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2" r:id="rId2"/>
    <p:sldId id="272" r:id="rId3"/>
    <p:sldId id="27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049" autoAdjust="0"/>
  </p:normalViewPr>
  <p:slideViewPr>
    <p:cSldViewPr snapToGrid="0">
      <p:cViewPr varScale="1">
        <p:scale>
          <a:sx n="89" d="100"/>
          <a:sy n="89" d="100"/>
        </p:scale>
        <p:origin x="9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90646-AADF-4862-98F6-4577E6F15E7A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CBED-D150-446B-8DD3-8D2427C979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991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3F1B49-ED87-E58C-6BF3-C4A995623F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9D47DC-84E1-BFE5-6FDA-8B39C2E854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B6A695-4957-653B-90F6-C39974672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E5D043-F678-CE05-0C72-79072B490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BE6A0A-D69F-199B-4921-80D418981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33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55A58B-6391-3669-E785-F49670284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790769-86D7-9715-305C-4AEF5B867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8BE63A-4BD1-372C-9456-33BC134C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E87CA5-9680-EC2A-5086-846B2F011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43713A-B346-F359-C2C7-042B9FC25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614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36E2C0-2929-BAAE-AA4C-BA3DC80B2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02965A-133D-9A53-EE04-D43FC6C41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524D09-496D-EA7E-0BA1-22265483C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165EF3-74DB-7AC0-0A54-57689DB95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3A9B35-6000-864A-6F38-10668C16C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64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33B7E7-2C81-DFDB-5B08-2BBE1189C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5EEEE5-73B9-E4A0-B8E3-AABADDEF38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DBBBEC-76B8-4830-A508-1812E6673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22A09E-A5FD-5F76-5621-FF13DA9D7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1F620B-A4F8-8EEF-D030-C8556835C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CFD1B4-7B43-3D95-28AC-A7110262F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093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7384D1-287C-61F0-68A2-5CA5BA207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859991-DA92-A072-54DD-84FFAD03D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B8E278-6480-FE64-C1AE-0D9AF04AA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01AA2C2-B4FC-BC5F-927D-59DD712CE3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27B7ADC-E8AD-6595-AC3B-4CC589B9D0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2DC986D-1275-3060-107B-B82FDFC84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8BFBE38-1E80-901B-1359-9C8651A55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4CA1ACE-C135-A848-1228-3498A319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918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915E2-6B5D-7EE3-29A5-DB4DB21AB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6AAC36-CEA3-C1A7-645C-F4CCB2439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DA13DDB-3E3B-F07C-4B9E-7545A6A96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CC4F073-88F8-8482-E00C-8887B186E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681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EE04A1-AF73-0F6F-4837-D676B8FC8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10A292B-FD4F-3650-0A4D-468CBE7F1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22E59A-6BCA-922A-FAC8-33DA2C566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336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6C2593-DF50-E36A-A024-04B2D1B36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F9F3D7-1E5E-FECC-9774-C7C61B1B2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065CB4-3B65-7A04-B435-3441D011BC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AD35EF-7C75-329F-2DFA-642AA244B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1C8B46-99E8-E8A2-2CA9-22287D2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D1E8B2-2550-D3FC-2F16-FF078EA85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904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E16C9-CD0C-CDC1-1B34-454E1CC20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5740A2F-CA2D-0369-EEA3-69DD9C2747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E8B25C-10B8-8496-5043-30C1BA64A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EDCA45-07BC-9270-DE68-5B647352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0B3CA1-75FC-9827-5524-BDA0BF3A7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08EA56-B204-6395-68B0-668CC0CD5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972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FC3F43-2EAE-C230-9F24-5585B589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4D95B0-2CD0-EDF9-7EAC-1B9411F25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15ED93-41DC-7D33-3C07-32580E209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7B5D9E-9096-6636-D7E0-B66118260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8F4210-B092-18C4-2809-AE278944F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181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8763702-FBD7-F8C2-A496-686EFC06C3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2804D7-843C-5E70-78E1-3725235FF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BD3E07-9C8E-2EDA-99C1-FC475F8FB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B97457-AF4E-8CC2-905A-2D1A648D5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FDA8BC-68C8-359F-9A76-7ECE6100C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093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27BAB3E-0FD3-B3D1-276C-29922A05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CF1F7D-3E33-E9C9-7AEF-8277DA554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6E7EBF-42AA-8E8F-63A7-48BBB179CD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BB219E-4E2F-4EDE-9F6F-BA03EAE9358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528577-5564-5143-6C46-998E8444AF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BC0C32-9C9A-9269-22FA-F2C07BEFB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732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94C6E55-8DA4-DB72-228D-2012DB79FF91}"/>
              </a:ext>
            </a:extLst>
          </p:cNvPr>
          <p:cNvSpPr txBox="1"/>
          <p:nvPr/>
        </p:nvSpPr>
        <p:spPr>
          <a:xfrm>
            <a:off x="1122557" y="1852235"/>
            <a:ext cx="10155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/>
              <a:t>Coco</a:t>
            </a:r>
            <a:endParaRPr lang="zh-CN" altLang="en-US" sz="28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4909FC5-EB1D-D260-F3FB-CA9BA8C50854}"/>
              </a:ext>
            </a:extLst>
          </p:cNvPr>
          <p:cNvSpPr txBox="1"/>
          <p:nvPr/>
        </p:nvSpPr>
        <p:spPr>
          <a:xfrm>
            <a:off x="10060825" y="6177775"/>
            <a:ext cx="2326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2025.11.6</a:t>
            </a:r>
          </a:p>
        </p:txBody>
      </p:sp>
    </p:spTree>
    <p:extLst>
      <p:ext uri="{BB962C8B-B14F-4D97-AF65-F5344CB8AC3E}">
        <p14:creationId xmlns:p14="http://schemas.microsoft.com/office/powerpoint/2010/main" val="217875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16EB0227-CC27-E14A-008C-561B750DB5FA}"/>
              </a:ext>
            </a:extLst>
          </p:cNvPr>
          <p:cNvSpPr txBox="1"/>
          <p:nvPr/>
        </p:nvSpPr>
        <p:spPr>
          <a:xfrm>
            <a:off x="4020147" y="2170987"/>
            <a:ext cx="7947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/>
              <a:t>🤔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3B31E05-42B8-F591-CE1F-D6463E75B5E0}"/>
              </a:ext>
            </a:extLst>
          </p:cNvPr>
          <p:cNvSpPr txBox="1"/>
          <p:nvPr/>
        </p:nvSpPr>
        <p:spPr>
          <a:xfrm>
            <a:off x="328612" y="328611"/>
            <a:ext cx="46077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当前标注维度（</a:t>
            </a:r>
            <a:r>
              <a:rPr lang="en-US" altLang="zh-CN" sz="2400" dirty="0"/>
              <a:t>3</a:t>
            </a:r>
            <a:r>
              <a:rPr lang="zh-CN" altLang="en-US" sz="2400" dirty="0"/>
              <a:t>个）：</a:t>
            </a:r>
            <a:endParaRPr lang="en-US" altLang="zh-CN" sz="2400" dirty="0"/>
          </a:p>
          <a:p>
            <a:r>
              <a:rPr lang="zh-CN" altLang="en-US" sz="2400" dirty="0"/>
              <a:t> ✅时间戳 </a:t>
            </a:r>
            <a:r>
              <a:rPr lang="en-US" altLang="zh-CN" sz="2400" dirty="0"/>
              <a:t>(start_time, end_time)</a:t>
            </a:r>
          </a:p>
          <a:p>
            <a:r>
              <a:rPr lang="en-US" altLang="zh-CN" sz="2400" dirty="0"/>
              <a:t> </a:t>
            </a:r>
            <a:r>
              <a:rPr lang="zh-CN" altLang="en-US" sz="2400" dirty="0"/>
              <a:t>✅动作动词 </a:t>
            </a:r>
            <a:r>
              <a:rPr lang="en-US" altLang="zh-CN" sz="2400" dirty="0"/>
              <a:t>(verb) </a:t>
            </a:r>
          </a:p>
          <a:p>
            <a:r>
              <a:rPr lang="en-US" altLang="zh-CN" sz="2400" dirty="0"/>
              <a:t> </a:t>
            </a:r>
            <a:r>
              <a:rPr lang="zh-CN" altLang="en-US" sz="2400" dirty="0"/>
              <a:t>✅目标名词</a:t>
            </a:r>
            <a:r>
              <a:rPr lang="en-US" altLang="zh-CN" sz="2400" dirty="0"/>
              <a:t>(noun)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907CED-2AE4-7E78-72FE-E49D2BE5D9AE}"/>
              </a:ext>
            </a:extLst>
          </p:cNvPr>
          <p:cNvSpPr txBox="1"/>
          <p:nvPr/>
        </p:nvSpPr>
        <p:spPr>
          <a:xfrm>
            <a:off x="5207793" y="335756"/>
            <a:ext cx="745093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待改进：</a:t>
            </a:r>
            <a:endParaRPr lang="en-US" altLang="zh-CN" sz="2400" dirty="0"/>
          </a:p>
          <a:p>
            <a:r>
              <a:rPr lang="zh-CN" altLang="en-US" sz="2400" dirty="0"/>
              <a:t>❌ 缺少动作执行者信息 → 无法生成</a:t>
            </a:r>
            <a:r>
              <a:rPr lang="en-US" altLang="zh-CN" sz="2400" dirty="0"/>
              <a:t>"</a:t>
            </a:r>
            <a:r>
              <a:rPr lang="zh-CN" altLang="en-US" sz="2400" dirty="0"/>
              <a:t>谁做了什么</a:t>
            </a:r>
            <a:r>
              <a:rPr lang="en-US" altLang="zh-CN" sz="2400" dirty="0"/>
              <a:t>" </a:t>
            </a:r>
          </a:p>
          <a:p>
            <a:r>
              <a:rPr lang="zh-CN" altLang="en-US" sz="2400" dirty="0"/>
              <a:t>❌ 缺少空间关系 → 可行性问题质量受限 </a:t>
            </a:r>
            <a:endParaRPr lang="en-US" altLang="zh-CN" sz="2400" dirty="0"/>
          </a:p>
          <a:p>
            <a:r>
              <a:rPr lang="zh-CN" altLang="en-US" sz="2400" dirty="0"/>
              <a:t>❌ 缺少因果关系 → 预测问题依赖常识推断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AAD1979-C20B-4BB2-87F1-022BD9C91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331815"/>
              </p:ext>
            </p:extLst>
          </p:nvPr>
        </p:nvGraphicFramePr>
        <p:xfrm>
          <a:off x="473869" y="3025456"/>
          <a:ext cx="10920412" cy="314674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30103">
                  <a:extLst>
                    <a:ext uri="{9D8B030D-6E8A-4147-A177-3AD203B41FA5}">
                      <a16:colId xmlns:a16="http://schemas.microsoft.com/office/drawing/2014/main" val="1509371510"/>
                    </a:ext>
                  </a:extLst>
                </a:gridCol>
                <a:gridCol w="2730103">
                  <a:extLst>
                    <a:ext uri="{9D8B030D-6E8A-4147-A177-3AD203B41FA5}">
                      <a16:colId xmlns:a16="http://schemas.microsoft.com/office/drawing/2014/main" val="32190777"/>
                    </a:ext>
                  </a:extLst>
                </a:gridCol>
                <a:gridCol w="2730103">
                  <a:extLst>
                    <a:ext uri="{9D8B030D-6E8A-4147-A177-3AD203B41FA5}">
                      <a16:colId xmlns:a16="http://schemas.microsoft.com/office/drawing/2014/main" val="3205461239"/>
                    </a:ext>
                  </a:extLst>
                </a:gridCol>
                <a:gridCol w="2730103">
                  <a:extLst>
                    <a:ext uri="{9D8B030D-6E8A-4147-A177-3AD203B41FA5}">
                      <a16:colId xmlns:a16="http://schemas.microsoft.com/office/drawing/2014/main" val="2083393754"/>
                    </a:ext>
                  </a:extLst>
                </a:gridCol>
              </a:tblGrid>
              <a:tr h="434034">
                <a:tc>
                  <a:txBody>
                    <a:bodyPr/>
                    <a:lstStyle/>
                    <a:p>
                      <a:r>
                        <a:rPr lang="zh-CN" altLang="en-US"/>
                        <a:t>问题类型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当前能生成的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受限原因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改进后能实现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523844"/>
                  </a:ext>
                </a:extLst>
              </a:tr>
              <a:tr h="759559"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交互问题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"</a:t>
                      </a:r>
                      <a:r>
                        <a:rPr lang="zh-CN" altLang="en-US"/>
                        <a:t>对木板做了什么？</a:t>
                      </a:r>
                      <a:r>
                        <a:rPr lang="en-US" altLang="zh-CN"/>
                        <a:t>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缺少执行者和工具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"</a:t>
                      </a:r>
                      <a:r>
                        <a:rPr lang="zh-CN" altLang="en-US"/>
                        <a:t>工人</a:t>
                      </a:r>
                      <a:r>
                        <a:rPr lang="en-US"/>
                        <a:t>A</a:t>
                      </a:r>
                      <a:r>
                        <a:rPr lang="zh-CN" altLang="en-US"/>
                        <a:t>用什么工具固定了木板？</a:t>
                      </a:r>
                      <a:r>
                        <a:rPr lang="en-US" altLang="zh-CN"/>
                        <a:t>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361533"/>
                  </a:ext>
                </a:extLst>
              </a:tr>
              <a:tr h="759559">
                <a:tc>
                  <a:txBody>
                    <a:bodyPr/>
                    <a:lstStyle/>
                    <a:p>
                      <a:r>
                        <a:rPr lang="zh-CN" altLang="en-US" b="1"/>
                        <a:t>序列问题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"</a:t>
                      </a:r>
                      <a:r>
                        <a:rPr lang="zh-CN" altLang="en-US"/>
                        <a:t>放下木板前做了什么？</a:t>
                      </a:r>
                      <a:r>
                        <a:rPr lang="en-US" altLang="zh-CN"/>
                        <a:t>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✅ 基本满足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"</a:t>
                      </a:r>
                      <a:r>
                        <a:rPr lang="zh-CN" altLang="en-US"/>
                        <a:t>工人</a:t>
                      </a:r>
                      <a:r>
                        <a:rPr lang="en-US"/>
                        <a:t>A</a:t>
                      </a:r>
                      <a:r>
                        <a:rPr lang="zh-CN" altLang="en-US"/>
                        <a:t>在工人</a:t>
                      </a:r>
                      <a:r>
                        <a:rPr lang="en-US"/>
                        <a:t>B</a:t>
                      </a:r>
                      <a:r>
                        <a:rPr lang="zh-CN" altLang="en-US"/>
                        <a:t>递接木板前做了什么？</a:t>
                      </a:r>
                      <a:r>
                        <a:rPr lang="en-US" altLang="zh-CN"/>
                        <a:t>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0161097"/>
                  </a:ext>
                </a:extLst>
              </a:tr>
              <a:tr h="434034">
                <a:tc>
                  <a:txBody>
                    <a:bodyPr/>
                    <a:lstStyle/>
                    <a:p>
                      <a:r>
                        <a:rPr lang="zh-CN" altLang="en-US" b="1"/>
                        <a:t>预测问题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依赖</a:t>
                      </a:r>
                      <a:r>
                        <a:rPr lang="en-US"/>
                        <a:t>LLM</a:t>
                      </a:r>
                      <a:r>
                        <a:rPr lang="zh-CN" altLang="en-US"/>
                        <a:t>常识推断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缺少工序上下文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基于实际工序链预测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398332"/>
                  </a:ext>
                </a:extLst>
              </a:tr>
              <a:tr h="759559">
                <a:tc>
                  <a:txBody>
                    <a:bodyPr/>
                    <a:lstStyle/>
                    <a:p>
                      <a:r>
                        <a:rPr lang="zh-CN" altLang="en-US" b="1"/>
                        <a:t>可行性问题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质量不稳定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缺少空间和状态信息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"</a:t>
                      </a:r>
                      <a:r>
                        <a:rPr lang="zh-CN" altLang="en-US" dirty="0"/>
                        <a:t>在脚手架上且手持工具时可以做什么？</a:t>
                      </a:r>
                      <a:r>
                        <a:rPr lang="en-US" altLang="zh-CN" dirty="0"/>
                        <a:t>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5504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795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AD1E9-4A37-DBBE-9F2D-593A491DB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DA9296AB-4ACB-41D8-765D-EE2B182FD08D}"/>
              </a:ext>
            </a:extLst>
          </p:cNvPr>
          <p:cNvSpPr txBox="1"/>
          <p:nvPr/>
        </p:nvSpPr>
        <p:spPr>
          <a:xfrm>
            <a:off x="5520335" y="5514261"/>
            <a:ext cx="7947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/>
              <a:t>🤔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E7133A3-9C90-E1CB-0C43-174A5C1A7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123949"/>
            <a:ext cx="4486275" cy="29241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6FEE2E2-28CE-592F-C6F0-F1C42FFDF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263" y="564355"/>
            <a:ext cx="5992605" cy="376475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B64FF92-DEFA-D27D-FBC1-94F0ADDFDE7C}"/>
              </a:ext>
            </a:extLst>
          </p:cNvPr>
          <p:cNvSpPr txBox="1"/>
          <p:nvPr/>
        </p:nvSpPr>
        <p:spPr>
          <a:xfrm>
            <a:off x="1635919" y="4357687"/>
            <a:ext cx="3036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现有的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C815A0-102B-969B-21FE-E9EFF54DE99B}"/>
              </a:ext>
            </a:extLst>
          </p:cNvPr>
          <p:cNvSpPr txBox="1"/>
          <p:nvPr/>
        </p:nvSpPr>
        <p:spPr>
          <a:xfrm>
            <a:off x="8015288" y="4500563"/>
            <a:ext cx="3036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正在添加的内容</a:t>
            </a:r>
          </a:p>
        </p:txBody>
      </p:sp>
    </p:spTree>
    <p:extLst>
      <p:ext uri="{BB962C8B-B14F-4D97-AF65-F5344CB8AC3E}">
        <p14:creationId xmlns:p14="http://schemas.microsoft.com/office/powerpoint/2010/main" val="286136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840</TotalTime>
  <Words>281</Words>
  <Application>Microsoft Office PowerPoint</Application>
  <PresentationFormat>宽屏</PresentationFormat>
  <Paragraphs>34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荣臻 王</dc:creator>
  <cp:lastModifiedBy>荣臻 王</cp:lastModifiedBy>
  <cp:revision>6</cp:revision>
  <dcterms:created xsi:type="dcterms:W3CDTF">2025-05-08T02:56:12Z</dcterms:created>
  <dcterms:modified xsi:type="dcterms:W3CDTF">2025-11-06T08:33:49Z</dcterms:modified>
</cp:coreProperties>
</file>