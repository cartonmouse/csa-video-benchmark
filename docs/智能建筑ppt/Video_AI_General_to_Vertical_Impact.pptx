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jpg"/><Relationship Id="rId7" Type="http://schemas.openxmlformats.org/officeDocument/2006/relationships/image" Target="../media/image6.png"/><Relationship Id="rId8" Type="http://schemas.openxmlformats.org/officeDocument/2006/relationships/image" Target="../media/image7.jpg"/><Relationship Id="rId9" Type="http://schemas.openxmlformats.org/officeDocument/2006/relationships/image" Target="../media/image8.png"/><Relationship Id="rId10" Type="http://schemas.openxmlformats.org/officeDocument/2006/relationships/image" Target="../media/image9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jp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jpg"/><Relationship Id="rId13" Type="http://schemas.openxmlformats.org/officeDocument/2006/relationships/image" Target="../media/image21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6300" y="8229600"/>
            <a:ext cx="7188200" cy="6604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60300" y="8229600"/>
            <a:ext cx="3860800" cy="6604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5400" y="6553200"/>
            <a:ext cx="6426200" cy="6604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12900" y="5727700"/>
            <a:ext cx="6146800" cy="6604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37600" y="2819400"/>
            <a:ext cx="7747000" cy="3721100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5943600" y="2080683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5" h="0">
                <a:moveTo>
                  <a:pt x="0" y="0"/>
                </a:moveTo>
                <a:lnTo>
                  <a:pt x="334433" y="0"/>
                </a:lnTo>
              </a:path>
            </a:pathLst>
          </a:custGeom>
          <a:ln w="29633">
            <a:solidFill>
              <a:srgbClr val="13131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7416800" y="1547283"/>
            <a:ext cx="347345" cy="0"/>
          </a:xfrm>
          <a:custGeom>
            <a:avLst/>
            <a:gdLst/>
            <a:ahLst/>
            <a:cxnLst/>
            <a:rect l="l" t="t" r="r" b="b"/>
            <a:pathLst>
              <a:path w="347345" h="0">
                <a:moveTo>
                  <a:pt x="0" y="0"/>
                </a:moveTo>
                <a:lnTo>
                  <a:pt x="347133" y="0"/>
                </a:lnTo>
              </a:path>
            </a:pathLst>
          </a:custGeom>
          <a:ln w="29633">
            <a:solidFill>
              <a:srgbClr val="0C0C0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4089400" y="1407583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5" h="0">
                <a:moveTo>
                  <a:pt x="0" y="0"/>
                </a:moveTo>
                <a:lnTo>
                  <a:pt x="334433" y="0"/>
                </a:lnTo>
              </a:path>
            </a:pathLst>
          </a:custGeom>
          <a:ln w="29633">
            <a:solidFill>
              <a:srgbClr val="0C0C0C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4" name="bg 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40100" y="4051300"/>
            <a:ext cx="228600" cy="127000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46200" y="4064000"/>
            <a:ext cx="825500" cy="127000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146800" y="4051300"/>
            <a:ext cx="1612900" cy="355600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63700" y="4051300"/>
            <a:ext cx="4241800" cy="3937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5438" y="1716263"/>
            <a:ext cx="6674484" cy="6711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282828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282828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0" y="8623300"/>
            <a:ext cx="9258300" cy="2794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2200" y="5562600"/>
            <a:ext cx="482600" cy="14986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7100" y="762000"/>
            <a:ext cx="3810000" cy="5588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67300" y="762000"/>
            <a:ext cx="8712200" cy="5588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5200" y="4279900"/>
            <a:ext cx="1435100" cy="87630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5200" y="5410200"/>
            <a:ext cx="1447800" cy="30480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65200" y="5981700"/>
            <a:ext cx="1447800" cy="31750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524500" y="6629400"/>
            <a:ext cx="6197600" cy="27940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030200" y="5118100"/>
            <a:ext cx="3543300" cy="292100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030200" y="5537200"/>
            <a:ext cx="2552700" cy="292100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52500" y="2032000"/>
            <a:ext cx="15049500" cy="342900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524500" y="4546600"/>
            <a:ext cx="5689600" cy="6604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282828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282828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4028" y="276930"/>
            <a:ext cx="15827143" cy="1179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282828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jp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jpg"/><Relationship Id="rId10" Type="http://schemas.openxmlformats.org/officeDocument/2006/relationships/image" Target="../media/image30.jpg"/><Relationship Id="rId11" Type="http://schemas.openxmlformats.org/officeDocument/2006/relationships/image" Target="../media/image31.jpg"/><Relationship Id="rId12" Type="http://schemas.openxmlformats.org/officeDocument/2006/relationships/image" Target="../media/image32.png"/><Relationship Id="rId13" Type="http://schemas.openxmlformats.org/officeDocument/2006/relationships/image" Target="../media/image33.jpg"/><Relationship Id="rId14" Type="http://schemas.openxmlformats.org/officeDocument/2006/relationships/image" Target="../media/image34.jpg"/><Relationship Id="rId15" Type="http://schemas.openxmlformats.org/officeDocument/2006/relationships/image" Target="../media/image35.jpg"/><Relationship Id="rId16" Type="http://schemas.openxmlformats.org/officeDocument/2006/relationships/image" Target="../media/image36.jpg"/><Relationship Id="rId17" Type="http://schemas.openxmlformats.org/officeDocument/2006/relationships/image" Target="../media/image37.jpg"/><Relationship Id="rId18" Type="http://schemas.openxmlformats.org/officeDocument/2006/relationships/image" Target="../media/image38.jpg"/><Relationship Id="rId19" Type="http://schemas.openxmlformats.org/officeDocument/2006/relationships/image" Target="../media/image39.jpg"/><Relationship Id="rId20" Type="http://schemas.openxmlformats.org/officeDocument/2006/relationships/image" Target="../media/image40.jpg"/><Relationship Id="rId21" Type="http://schemas.openxmlformats.org/officeDocument/2006/relationships/image" Target="../media/image41.jpg"/><Relationship Id="rId22" Type="http://schemas.openxmlformats.org/officeDocument/2006/relationships/image" Target="../media/image42.jpg"/><Relationship Id="rId23" Type="http://schemas.openxmlformats.org/officeDocument/2006/relationships/image" Target="../media/image43.jpg"/><Relationship Id="rId24" Type="http://schemas.openxmlformats.org/officeDocument/2006/relationships/image" Target="../media/image44.jpg"/><Relationship Id="rId25" Type="http://schemas.openxmlformats.org/officeDocument/2006/relationships/image" Target="../media/image45.jpg"/><Relationship Id="rId26" Type="http://schemas.openxmlformats.org/officeDocument/2006/relationships/image" Target="../media/image46.png"/><Relationship Id="rId27" Type="http://schemas.openxmlformats.org/officeDocument/2006/relationships/image" Target="../media/image47.jpg"/><Relationship Id="rId28" Type="http://schemas.openxmlformats.org/officeDocument/2006/relationships/image" Target="../media/image48.jpg"/><Relationship Id="rId29" Type="http://schemas.openxmlformats.org/officeDocument/2006/relationships/image" Target="../media/image49.jpg"/><Relationship Id="rId30" Type="http://schemas.openxmlformats.org/officeDocument/2006/relationships/image" Target="../media/image50.jpg"/><Relationship Id="rId31" Type="http://schemas.openxmlformats.org/officeDocument/2006/relationships/image" Target="../media/image51.jpg"/><Relationship Id="rId32" Type="http://schemas.openxmlformats.org/officeDocument/2006/relationships/image" Target="../media/image52.jpg"/><Relationship Id="rId33" Type="http://schemas.openxmlformats.org/officeDocument/2006/relationships/image" Target="../media/image53.jpg"/><Relationship Id="rId34" Type="http://schemas.openxmlformats.org/officeDocument/2006/relationships/image" Target="../media/image54.jpg"/><Relationship Id="rId35" Type="http://schemas.openxmlformats.org/officeDocument/2006/relationships/image" Target="../media/image55.jpg"/><Relationship Id="rId36" Type="http://schemas.openxmlformats.org/officeDocument/2006/relationships/image" Target="../media/image56.png"/><Relationship Id="rId37" Type="http://schemas.openxmlformats.org/officeDocument/2006/relationships/image" Target="../media/image57.jpg"/><Relationship Id="rId38" Type="http://schemas.openxmlformats.org/officeDocument/2006/relationships/image" Target="../media/image58.jpg"/><Relationship Id="rId39" Type="http://schemas.openxmlformats.org/officeDocument/2006/relationships/image" Target="../media/image59.jpg"/><Relationship Id="rId40" Type="http://schemas.openxmlformats.org/officeDocument/2006/relationships/image" Target="../media/image60.png"/><Relationship Id="rId41" Type="http://schemas.openxmlformats.org/officeDocument/2006/relationships/image" Target="../media/image6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2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jpg"/><Relationship Id="rId3" Type="http://schemas.openxmlformats.org/officeDocument/2006/relationships/image" Target="../media/image64.png"/><Relationship Id="rId4" Type="http://schemas.openxmlformats.org/officeDocument/2006/relationships/image" Target="../media/image65.jpg"/><Relationship Id="rId5" Type="http://schemas.openxmlformats.org/officeDocument/2006/relationships/image" Target="../media/image66.jpg"/><Relationship Id="rId6" Type="http://schemas.openxmlformats.org/officeDocument/2006/relationships/image" Target="../media/image67.jpg"/><Relationship Id="rId7" Type="http://schemas.openxmlformats.org/officeDocument/2006/relationships/image" Target="../media/image68.jpg"/><Relationship Id="rId8" Type="http://schemas.openxmlformats.org/officeDocument/2006/relationships/image" Target="../media/image69.jpg"/><Relationship Id="rId9" Type="http://schemas.openxmlformats.org/officeDocument/2006/relationships/image" Target="../media/image70.png"/><Relationship Id="rId10" Type="http://schemas.openxmlformats.org/officeDocument/2006/relationships/image" Target="../media/image71.png"/><Relationship Id="rId11" Type="http://schemas.openxmlformats.org/officeDocument/2006/relationships/image" Target="../media/image72.jpg"/><Relationship Id="rId12" Type="http://schemas.openxmlformats.org/officeDocument/2006/relationships/image" Target="../media/image73.jpg"/><Relationship Id="rId13" Type="http://schemas.openxmlformats.org/officeDocument/2006/relationships/image" Target="../media/image74.jpg"/><Relationship Id="rId14" Type="http://schemas.openxmlformats.org/officeDocument/2006/relationships/image" Target="../media/image75.jpg"/><Relationship Id="rId15" Type="http://schemas.openxmlformats.org/officeDocument/2006/relationships/image" Target="../media/image76.jpg"/><Relationship Id="rId16" Type="http://schemas.openxmlformats.org/officeDocument/2006/relationships/image" Target="../media/image77.jpg"/><Relationship Id="rId17" Type="http://schemas.openxmlformats.org/officeDocument/2006/relationships/image" Target="../media/image78.jpg"/><Relationship Id="rId18" Type="http://schemas.openxmlformats.org/officeDocument/2006/relationships/image" Target="../media/image79.png"/><Relationship Id="rId19" Type="http://schemas.openxmlformats.org/officeDocument/2006/relationships/image" Target="../media/image80.jpg"/><Relationship Id="rId20" Type="http://schemas.openxmlformats.org/officeDocument/2006/relationships/image" Target="../media/image81.jpg"/><Relationship Id="rId21" Type="http://schemas.openxmlformats.org/officeDocument/2006/relationships/image" Target="../media/image82.jpg"/><Relationship Id="rId22" Type="http://schemas.openxmlformats.org/officeDocument/2006/relationships/image" Target="../media/image83.png"/><Relationship Id="rId23" Type="http://schemas.openxmlformats.org/officeDocument/2006/relationships/image" Target="../media/image84.png"/><Relationship Id="rId24" Type="http://schemas.openxmlformats.org/officeDocument/2006/relationships/image" Target="../media/image85.jpg"/><Relationship Id="rId25" Type="http://schemas.openxmlformats.org/officeDocument/2006/relationships/image" Target="../media/image86.jpg"/><Relationship Id="rId26" Type="http://schemas.openxmlformats.org/officeDocument/2006/relationships/image" Target="../media/image87.jpg"/><Relationship Id="rId27" Type="http://schemas.openxmlformats.org/officeDocument/2006/relationships/image" Target="../media/image88.png"/><Relationship Id="rId28" Type="http://schemas.openxmlformats.org/officeDocument/2006/relationships/image" Target="../media/image89.png"/><Relationship Id="rId29" Type="http://schemas.openxmlformats.org/officeDocument/2006/relationships/image" Target="../media/image90.jpg"/><Relationship Id="rId30" Type="http://schemas.openxmlformats.org/officeDocument/2006/relationships/image" Target="../media/image91.png"/><Relationship Id="rId31" Type="http://schemas.openxmlformats.org/officeDocument/2006/relationships/image" Target="../media/image92.jpg"/><Relationship Id="rId32" Type="http://schemas.openxmlformats.org/officeDocument/2006/relationships/image" Target="../media/image93.jpg"/><Relationship Id="rId33" Type="http://schemas.openxmlformats.org/officeDocument/2006/relationships/image" Target="../media/image9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6.jpg"/><Relationship Id="rId3" Type="http://schemas.openxmlformats.org/officeDocument/2006/relationships/image" Target="../media/image97.png"/><Relationship Id="rId4" Type="http://schemas.openxmlformats.org/officeDocument/2006/relationships/image" Target="../media/image98.png"/><Relationship Id="rId5" Type="http://schemas.openxmlformats.org/officeDocument/2006/relationships/image" Target="../media/image99.png"/><Relationship Id="rId6" Type="http://schemas.openxmlformats.org/officeDocument/2006/relationships/image" Target="../media/image100.png"/><Relationship Id="rId7" Type="http://schemas.openxmlformats.org/officeDocument/2006/relationships/image" Target="../media/image101.png"/><Relationship Id="rId8" Type="http://schemas.openxmlformats.org/officeDocument/2006/relationships/image" Target="../media/image102.png"/><Relationship Id="rId9" Type="http://schemas.openxmlformats.org/officeDocument/2006/relationships/image" Target="../media/image103.png"/><Relationship Id="rId10" Type="http://schemas.openxmlformats.org/officeDocument/2006/relationships/image" Target="../media/image104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5.png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jpg"/><Relationship Id="rId8" Type="http://schemas.openxmlformats.org/officeDocument/2006/relationships/image" Target="../media/image111.png"/><Relationship Id="rId9" Type="http://schemas.openxmlformats.org/officeDocument/2006/relationships/image" Target="../media/image112.jp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jpg"/><Relationship Id="rId13" Type="http://schemas.openxmlformats.org/officeDocument/2006/relationships/image" Target="../media/image116.png"/><Relationship Id="rId14" Type="http://schemas.openxmlformats.org/officeDocument/2006/relationships/image" Target="../media/image117.jpg"/><Relationship Id="rId15" Type="http://schemas.openxmlformats.org/officeDocument/2006/relationships/image" Target="../media/image118.jpg"/><Relationship Id="rId16" Type="http://schemas.openxmlformats.org/officeDocument/2006/relationships/image" Target="../media/image119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0.png"/><Relationship Id="rId3" Type="http://schemas.openxmlformats.org/officeDocument/2006/relationships/image" Target="../media/image121.jpg"/><Relationship Id="rId4" Type="http://schemas.openxmlformats.org/officeDocument/2006/relationships/image" Target="../media/image122.png"/><Relationship Id="rId5" Type="http://schemas.openxmlformats.org/officeDocument/2006/relationships/image" Target="../media/image123.png"/><Relationship Id="rId6" Type="http://schemas.openxmlformats.org/officeDocument/2006/relationships/image" Target="../media/image124.png"/><Relationship Id="rId7" Type="http://schemas.openxmlformats.org/officeDocument/2006/relationships/image" Target="../media/image125.png"/><Relationship Id="rId8" Type="http://schemas.openxmlformats.org/officeDocument/2006/relationships/image" Target="../media/image126.png"/><Relationship Id="rId9" Type="http://schemas.openxmlformats.org/officeDocument/2006/relationships/image" Target="../media/image127.png"/><Relationship Id="rId10" Type="http://schemas.openxmlformats.org/officeDocument/2006/relationships/image" Target="../media/image128.png"/><Relationship Id="rId11" Type="http://schemas.openxmlformats.org/officeDocument/2006/relationships/image" Target="../media/image129.jpg"/><Relationship Id="rId12" Type="http://schemas.openxmlformats.org/officeDocument/2006/relationships/image" Target="../media/image130.jpg"/><Relationship Id="rId13" Type="http://schemas.openxmlformats.org/officeDocument/2006/relationships/image" Target="../media/image13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2.png"/><Relationship Id="rId3" Type="http://schemas.openxmlformats.org/officeDocument/2006/relationships/image" Target="../media/image133.png"/><Relationship Id="rId4" Type="http://schemas.openxmlformats.org/officeDocument/2006/relationships/image" Target="../media/image134.jpg"/><Relationship Id="rId5" Type="http://schemas.openxmlformats.org/officeDocument/2006/relationships/image" Target="../media/image135.jpg"/><Relationship Id="rId6" Type="http://schemas.openxmlformats.org/officeDocument/2006/relationships/image" Target="../media/image136.png"/><Relationship Id="rId7" Type="http://schemas.openxmlformats.org/officeDocument/2006/relationships/image" Target="../media/image137.jpg"/><Relationship Id="rId8" Type="http://schemas.openxmlformats.org/officeDocument/2006/relationships/image" Target="../media/image138.png"/><Relationship Id="rId9" Type="http://schemas.openxmlformats.org/officeDocument/2006/relationships/image" Target="../media/image13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0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1.jpg"/><Relationship Id="rId3" Type="http://schemas.openxmlformats.org/officeDocument/2006/relationships/image" Target="../media/image142.png"/><Relationship Id="rId4" Type="http://schemas.openxmlformats.org/officeDocument/2006/relationships/image" Target="../media/image143.png"/><Relationship Id="rId5" Type="http://schemas.openxmlformats.org/officeDocument/2006/relationships/image" Target="../media/image144.png"/><Relationship Id="rId6" Type="http://schemas.openxmlformats.org/officeDocument/2006/relationships/image" Target="../media/image145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6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7.jpg"/><Relationship Id="rId3" Type="http://schemas.openxmlformats.org/officeDocument/2006/relationships/image" Target="../media/image148.jp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51913" y="696736"/>
            <a:ext cx="2385695" cy="523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250" spc="-290">
                <a:latin typeface="Lucida Sans Unicode"/>
                <a:cs typeface="Lucida Sans Unicode"/>
              </a:rPr>
              <a:t>¿ĘțgTł@@Ø.^ț</a:t>
            </a:r>
            <a:endParaRPr sz="325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183505" algn="l"/>
              </a:tabLst>
            </a:pPr>
            <a:r>
              <a:rPr dirty="0" sz="4200" spc="-25">
                <a:solidFill>
                  <a:srgbClr val="000000"/>
                </a:solidFill>
              </a:rPr>
              <a:t>VY¥D1!flłt</a:t>
            </a:r>
            <a:r>
              <a:rPr dirty="0" sz="4200" spc="-20">
                <a:solidFill>
                  <a:srgbClr val="000000"/>
                </a:solidFill>
              </a:rPr>
              <a:t> </a:t>
            </a:r>
            <a:r>
              <a:rPr dirty="0" sz="4200" spc="-810">
                <a:solidFill>
                  <a:srgbClr val="000000"/>
                </a:solidFill>
              </a:rPr>
              <a:t>-</a:t>
            </a:r>
            <a:r>
              <a:rPr dirty="0" sz="4200" spc="-560">
                <a:solidFill>
                  <a:srgbClr val="000000"/>
                </a:solidFill>
              </a:rPr>
              <a:t>y"”.üJ’?‘ïł4.</a:t>
            </a:r>
            <a:r>
              <a:rPr dirty="0" sz="4200">
                <a:solidFill>
                  <a:srgbClr val="000000"/>
                </a:solidFill>
              </a:rPr>
              <a:t>	</a:t>
            </a:r>
            <a:r>
              <a:rPr dirty="0" sz="4200" spc="-540">
                <a:solidFill>
                  <a:srgbClr val="000000"/>
                </a:solidFill>
              </a:rPr>
              <a:t>źVISx^.</a:t>
            </a:r>
            <a:endParaRPr sz="4200"/>
          </a:p>
        </p:txBody>
      </p:sp>
      <p:sp>
        <p:nvSpPr>
          <p:cNvPr id="4" name="object 4" descr=""/>
          <p:cNvSpPr txBox="1"/>
          <p:nvPr/>
        </p:nvSpPr>
        <p:spPr>
          <a:xfrm>
            <a:off x="1066228" y="4409722"/>
            <a:ext cx="6764655" cy="639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000" spc="-280">
                <a:latin typeface="Lucida Sans Unicode"/>
                <a:cs typeface="Lucida Sans Unicode"/>
              </a:rPr>
              <a:t>Ø@4@€ÜïAOÜV:ż:Zîśd9lv@?úÜ</a:t>
            </a:r>
            <a:endParaRPr sz="4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0" y="622300"/>
            <a:ext cx="520700" cy="5969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57700" y="635000"/>
            <a:ext cx="2171700" cy="5715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85000" y="635000"/>
            <a:ext cx="5092700" cy="571500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2578100" y="6995583"/>
            <a:ext cx="194945" cy="0"/>
          </a:xfrm>
          <a:custGeom>
            <a:avLst/>
            <a:gdLst/>
            <a:ahLst/>
            <a:cxnLst/>
            <a:rect l="l" t="t" r="r" b="b"/>
            <a:pathLst>
              <a:path w="194944" h="0">
                <a:moveTo>
                  <a:pt x="0" y="0"/>
                </a:moveTo>
                <a:lnTo>
                  <a:pt x="194733" y="0"/>
                </a:lnTo>
              </a:path>
            </a:pathLst>
          </a:custGeom>
          <a:ln w="29633">
            <a:solidFill>
              <a:srgbClr val="23232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2578100" y="6802966"/>
            <a:ext cx="194945" cy="207645"/>
            <a:chOff x="2578100" y="6802966"/>
            <a:chExt cx="194945" cy="207645"/>
          </a:xfrm>
        </p:grpSpPr>
        <p:sp>
          <p:nvSpPr>
            <p:cNvPr id="7" name="object 7" descr=""/>
            <p:cNvSpPr/>
            <p:nvPr/>
          </p:nvSpPr>
          <p:spPr>
            <a:xfrm>
              <a:off x="2578100" y="6802966"/>
              <a:ext cx="194945" cy="207645"/>
            </a:xfrm>
            <a:custGeom>
              <a:avLst/>
              <a:gdLst/>
              <a:ahLst/>
              <a:cxnLst/>
              <a:rect l="l" t="t" r="r" b="b"/>
              <a:pathLst>
                <a:path w="194944" h="207645">
                  <a:moveTo>
                    <a:pt x="0" y="14816"/>
                  </a:moveTo>
                  <a:lnTo>
                    <a:pt x="194733" y="14816"/>
                  </a:lnTo>
                </a:path>
                <a:path w="194944" h="207645">
                  <a:moveTo>
                    <a:pt x="14816" y="207433"/>
                  </a:moveTo>
                  <a:lnTo>
                    <a:pt x="14816" y="0"/>
                  </a:lnTo>
                </a:path>
              </a:pathLst>
            </a:custGeom>
            <a:ln w="29633">
              <a:solidFill>
                <a:srgbClr val="23232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758016" y="6802966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w="0" h="207645">
                  <a:moveTo>
                    <a:pt x="0" y="207433"/>
                  </a:moveTo>
                  <a:lnTo>
                    <a:pt x="0" y="0"/>
                  </a:lnTo>
                </a:path>
              </a:pathLst>
            </a:custGeom>
            <a:ln w="29633">
              <a:solidFill>
                <a:srgbClr val="23232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9910233" y="6756400"/>
          <a:ext cx="6689090" cy="2310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84854"/>
                <a:gridCol w="3305810"/>
              </a:tblGrid>
              <a:tr h="575310">
                <a:tc gridSpan="2"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415"/>
                        </a:spcBef>
                        <a:tabLst>
                          <a:tab pos="1483995" algn="l"/>
                        </a:tabLst>
                      </a:pPr>
                      <a:r>
                        <a:rPr dirty="0" sz="2350" spc="125">
                          <a:latin typeface="Calibri"/>
                          <a:cs typeface="Calibri"/>
                        </a:rPr>
                        <a:t>,.ifiigf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2350" spc="185">
                          <a:latin typeface="Calibri"/>
                          <a:cs typeface="Calibri"/>
                        </a:rPr>
                        <a:t>@</a:t>
                      </a:r>
                      <a:r>
                        <a:rPr dirty="0" sz="2350" spc="4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(Consensus</a:t>
                      </a:r>
                      <a:r>
                        <a:rPr dirty="0" sz="23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Evaluation</a:t>
                      </a:r>
                      <a:r>
                        <a:rPr dirty="0" sz="23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spc="-10">
                          <a:latin typeface="Calibri"/>
                          <a:cs typeface="Calibri"/>
                        </a:rPr>
                        <a:t>Experiment)</a:t>
                      </a:r>
                      <a:endParaRPr sz="235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lnL w="28575">
                      <a:solidFill>
                        <a:srgbClr val="3B4F5B"/>
                      </a:solidFill>
                      <a:prstDash val="solid"/>
                    </a:lnL>
                    <a:lnR w="28575">
                      <a:solidFill>
                        <a:srgbClr val="3B4F5B"/>
                      </a:solidFill>
                      <a:prstDash val="solid"/>
                    </a:lnR>
                    <a:lnT w="28575">
                      <a:solidFill>
                        <a:srgbClr val="3B4F5B"/>
                      </a:solidFill>
                      <a:prstDash val="solid"/>
                    </a:lnT>
                    <a:lnB w="28575">
                      <a:solidFill>
                        <a:srgbClr val="3B4F5B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22300">
                <a:tc>
                  <a:txBody>
                    <a:bodyPr/>
                    <a:lstStyle/>
                    <a:p>
                      <a:pPr algn="ctr" marL="43815">
                        <a:lnSpc>
                          <a:spcPts val="4095"/>
                        </a:lnSpc>
                      </a:pPr>
                      <a:r>
                        <a:rPr dirty="0" sz="3550" spc="-795" i="1">
                          <a:solidFill>
                            <a:srgbClr val="152F41"/>
                          </a:solidFill>
                          <a:latin typeface="Calibri"/>
                          <a:cs typeface="Calibri"/>
                        </a:rPr>
                        <a:t>+%•**•i.••</a:t>
                      </a:r>
                      <a:endParaRPr sz="35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28575">
                      <a:solidFill>
                        <a:srgbClr val="3B4F5B"/>
                      </a:solidFill>
                      <a:prstDash val="solid"/>
                    </a:lnL>
                    <a:lnR w="28575">
                      <a:solidFill>
                        <a:srgbClr val="3B4F5B"/>
                      </a:solidFill>
                      <a:prstDash val="solid"/>
                    </a:lnR>
                    <a:lnT w="28575">
                      <a:solidFill>
                        <a:srgbClr val="3B4F5B"/>
                      </a:solidFill>
                      <a:prstDash val="solid"/>
                    </a:lnT>
                    <a:lnB w="28575">
                      <a:solidFill>
                        <a:srgbClr val="3B4F5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0">
                        <a:lnSpc>
                          <a:spcPts val="4095"/>
                        </a:lnSpc>
                      </a:pPr>
                      <a:r>
                        <a:rPr dirty="0" u="heavy" sz="3550" spc="-25">
                          <a:solidFill>
                            <a:srgbClr val="032642"/>
                          </a:solidFill>
                          <a:uFill>
                            <a:solidFill>
                              <a:srgbClr val="2B3F4B"/>
                            </a:solidFill>
                          </a:uFill>
                          <a:latin typeface="Calibri"/>
                          <a:cs typeface="Calibri"/>
                        </a:rPr>
                        <a:t>91%</a:t>
                      </a:r>
                      <a:endParaRPr sz="35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28575">
                      <a:solidFill>
                        <a:srgbClr val="3B4F5B"/>
                      </a:solidFill>
                      <a:prstDash val="solid"/>
                    </a:lnL>
                    <a:lnR w="28575">
                      <a:solidFill>
                        <a:srgbClr val="3B4F5B"/>
                      </a:solidFill>
                      <a:prstDash val="solid"/>
                    </a:lnR>
                    <a:lnT w="28575">
                      <a:solidFill>
                        <a:srgbClr val="3B4F5B"/>
                      </a:solidFill>
                      <a:prstDash val="solid"/>
                    </a:lnT>
                    <a:lnB w="28575">
                      <a:solidFill>
                        <a:srgbClr val="3B4F5B"/>
                      </a:solidFill>
                      <a:prstDash val="solid"/>
                    </a:lnB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ctr" marL="7810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2300" spc="295">
                          <a:latin typeface="Calibri"/>
                          <a:cs typeface="Calibri"/>
                        </a:rPr>
                        <a:t>66..i.^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B="0" marT="54610">
                    <a:lnL w="28575">
                      <a:solidFill>
                        <a:srgbClr val="3B4F5B"/>
                      </a:solidFill>
                      <a:prstDash val="solid"/>
                    </a:lnL>
                    <a:lnR w="28575">
                      <a:solidFill>
                        <a:srgbClr val="3B4F5B"/>
                      </a:solidFill>
                      <a:prstDash val="solid"/>
                    </a:lnR>
                    <a:lnT w="28575">
                      <a:solidFill>
                        <a:srgbClr val="3B4F5B"/>
                      </a:solidFill>
                      <a:prstDash val="solid"/>
                    </a:lnT>
                    <a:lnB w="28575">
                      <a:solidFill>
                        <a:srgbClr val="3B4F5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85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2300" spc="25">
                          <a:latin typeface="Calibri"/>
                          <a:cs typeface="Calibri"/>
                        </a:rPr>
                        <a:t>8%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B="0" marT="54610">
                    <a:lnL w="28575">
                      <a:solidFill>
                        <a:srgbClr val="3B4F5B"/>
                      </a:solidFill>
                      <a:prstDash val="solid"/>
                    </a:lnL>
                    <a:lnR w="28575">
                      <a:solidFill>
                        <a:srgbClr val="3B4F5B"/>
                      </a:solidFill>
                      <a:prstDash val="solid"/>
                    </a:lnR>
                    <a:lnT w="28575">
                      <a:solidFill>
                        <a:srgbClr val="3B4F5B"/>
                      </a:solidFill>
                      <a:prstDash val="solid"/>
                    </a:lnT>
                    <a:lnB w="28575">
                      <a:solidFill>
                        <a:srgbClr val="3B4F5B"/>
                      </a:solidFill>
                      <a:prstDash val="solid"/>
                    </a:lnB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3B4F5B"/>
                      </a:solidFill>
                      <a:prstDash val="solid"/>
                    </a:lnL>
                    <a:lnR w="28575">
                      <a:solidFill>
                        <a:srgbClr val="3B4F5B"/>
                      </a:solidFill>
                      <a:prstDash val="solid"/>
                    </a:lnR>
                    <a:lnT w="28575">
                      <a:solidFill>
                        <a:srgbClr val="3B4F5B"/>
                      </a:solidFill>
                      <a:prstDash val="solid"/>
                    </a:lnT>
                    <a:lnB w="28575">
                      <a:solidFill>
                        <a:srgbClr val="3B4F5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3B4F5B"/>
                      </a:solidFill>
                      <a:prstDash val="solid"/>
                    </a:lnL>
                    <a:lnR w="28575">
                      <a:solidFill>
                        <a:srgbClr val="3B4F5B"/>
                      </a:solidFill>
                      <a:prstDash val="solid"/>
                    </a:lnR>
                    <a:lnT w="28575">
                      <a:solidFill>
                        <a:srgbClr val="3B4F5B"/>
                      </a:solidFill>
                      <a:prstDash val="solid"/>
                    </a:lnT>
                    <a:lnB w="28575">
                      <a:solidFill>
                        <a:srgbClr val="3B4F5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26000" y="7124700"/>
            <a:ext cx="2641600" cy="29210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058900" y="2755900"/>
            <a:ext cx="406400" cy="11430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79500" y="4381500"/>
            <a:ext cx="1917700" cy="34290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66800" y="6248400"/>
            <a:ext cx="2273300" cy="34290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839700" y="3352800"/>
            <a:ext cx="647700" cy="317500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112500" y="2743200"/>
            <a:ext cx="4267200" cy="46990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883900" y="3492500"/>
            <a:ext cx="1930400" cy="241300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306300" y="4089400"/>
            <a:ext cx="546100" cy="127000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058900" y="2755900"/>
            <a:ext cx="406400" cy="114300"/>
          </a:xfrm>
          <a:prstGeom prst="rect">
            <a:avLst/>
          </a:prstGeom>
        </p:spPr>
      </p:pic>
      <p:grpSp>
        <p:nvGrpSpPr>
          <p:cNvPr id="19" name="object 19" descr=""/>
          <p:cNvGrpSpPr/>
          <p:nvPr/>
        </p:nvGrpSpPr>
        <p:grpSpPr>
          <a:xfrm>
            <a:off x="13855700" y="4114800"/>
            <a:ext cx="1727200" cy="342900"/>
            <a:chOff x="13855700" y="4114800"/>
            <a:chExt cx="1727200" cy="342900"/>
          </a:xfrm>
        </p:grpSpPr>
        <p:pic>
          <p:nvPicPr>
            <p:cNvPr id="20" name="object 2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855700" y="4191000"/>
              <a:ext cx="1727200" cy="266700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122400" y="4114800"/>
              <a:ext cx="1143000" cy="190500"/>
            </a:xfrm>
            <a:prstGeom prst="rect">
              <a:avLst/>
            </a:prstGeom>
          </p:spPr>
        </p:pic>
      </p:grpSp>
      <p:pic>
        <p:nvPicPr>
          <p:cNvPr id="22" name="object 22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883900" y="4521200"/>
            <a:ext cx="3441700" cy="266700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4744700" y="4572000"/>
            <a:ext cx="800100" cy="254000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4071600" y="5816600"/>
            <a:ext cx="1143000" cy="228600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2077700" y="2565400"/>
            <a:ext cx="2298700" cy="247650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1684000" y="3022600"/>
            <a:ext cx="3606800" cy="469900"/>
          </a:xfrm>
          <a:prstGeom prst="rect">
            <a:avLst/>
          </a:prstGeom>
        </p:spPr>
      </p:pic>
      <p:grpSp>
        <p:nvGrpSpPr>
          <p:cNvPr id="27" name="object 27" descr=""/>
          <p:cNvGrpSpPr/>
          <p:nvPr/>
        </p:nvGrpSpPr>
        <p:grpSpPr>
          <a:xfrm>
            <a:off x="14071600" y="4876800"/>
            <a:ext cx="1587500" cy="939800"/>
            <a:chOff x="14071600" y="4876800"/>
            <a:chExt cx="1587500" cy="939800"/>
          </a:xfrm>
        </p:grpSpPr>
        <p:pic>
          <p:nvPicPr>
            <p:cNvPr id="28" name="object 2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4528800" y="4876800"/>
              <a:ext cx="1130300" cy="406400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071600" y="5283200"/>
              <a:ext cx="1460500" cy="533400"/>
            </a:xfrm>
            <a:prstGeom prst="rect">
              <a:avLst/>
            </a:prstGeom>
          </p:spPr>
        </p:pic>
      </p:grpSp>
      <p:pic>
        <p:nvPicPr>
          <p:cNvPr id="30" name="object 30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066800" y="1879600"/>
            <a:ext cx="10998200" cy="863600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066800" y="3086100"/>
            <a:ext cx="7632700" cy="292100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066800" y="3467100"/>
            <a:ext cx="7467600" cy="279400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079500" y="4876800"/>
            <a:ext cx="5207000" cy="304800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0693400" y="3733800"/>
            <a:ext cx="4838700" cy="381000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079500" y="5270500"/>
            <a:ext cx="5880100" cy="685800"/>
          </a:xfrm>
          <a:prstGeom prst="rect">
            <a:avLst/>
          </a:prstGeom>
        </p:spPr>
      </p:pic>
      <p:pic>
        <p:nvPicPr>
          <p:cNvPr id="36" name="object 36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079500" y="6711950"/>
            <a:ext cx="7556500" cy="692150"/>
          </a:xfrm>
          <a:prstGeom prst="rect">
            <a:avLst/>
          </a:prstGeom>
        </p:spPr>
      </p:pic>
      <p:pic>
        <p:nvPicPr>
          <p:cNvPr id="37" name="object 37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282700" y="7505700"/>
            <a:ext cx="7353300" cy="279400"/>
          </a:xfrm>
          <a:prstGeom prst="rect">
            <a:avLst/>
          </a:prstGeom>
        </p:spPr>
      </p:pic>
      <p:pic>
        <p:nvPicPr>
          <p:cNvPr id="38" name="object 38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1036300" y="3213100"/>
            <a:ext cx="647700" cy="279400"/>
          </a:xfrm>
          <a:prstGeom prst="rect">
            <a:avLst/>
          </a:prstGeom>
        </p:spPr>
      </p:pic>
      <p:grpSp>
        <p:nvGrpSpPr>
          <p:cNvPr id="39" name="object 39" descr=""/>
          <p:cNvGrpSpPr/>
          <p:nvPr/>
        </p:nvGrpSpPr>
        <p:grpSpPr>
          <a:xfrm>
            <a:off x="10617200" y="4152900"/>
            <a:ext cx="3124200" cy="381000"/>
            <a:chOff x="10617200" y="4152900"/>
            <a:chExt cx="3124200" cy="381000"/>
          </a:xfrm>
        </p:grpSpPr>
        <p:pic>
          <p:nvPicPr>
            <p:cNvPr id="40" name="object 40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0617200" y="4191000"/>
              <a:ext cx="3124200" cy="342900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1379200" y="4152900"/>
              <a:ext cx="673100" cy="165100"/>
            </a:xfrm>
            <a:prstGeom prst="rect">
              <a:avLst/>
            </a:prstGeom>
          </p:spPr>
        </p:pic>
      </p:grpSp>
      <p:pic>
        <p:nvPicPr>
          <p:cNvPr id="42" name="object 42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3550900" y="3492500"/>
            <a:ext cx="1841500" cy="241300"/>
          </a:xfrm>
          <a:prstGeom prst="rect">
            <a:avLst/>
          </a:prstGeom>
        </p:spPr>
      </p:pic>
      <p:grpSp>
        <p:nvGrpSpPr>
          <p:cNvPr id="43" name="object 43" descr=""/>
          <p:cNvGrpSpPr/>
          <p:nvPr/>
        </p:nvGrpSpPr>
        <p:grpSpPr>
          <a:xfrm>
            <a:off x="10604500" y="4775200"/>
            <a:ext cx="3886200" cy="1498600"/>
            <a:chOff x="10604500" y="4775200"/>
            <a:chExt cx="3886200" cy="1498600"/>
          </a:xfrm>
        </p:grpSpPr>
        <p:pic>
          <p:nvPicPr>
            <p:cNvPr id="44" name="object 44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0642600" y="4775200"/>
              <a:ext cx="3848100" cy="342900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0604500" y="5118100"/>
              <a:ext cx="2374900" cy="1155700"/>
            </a:xfrm>
            <a:prstGeom prst="rect">
              <a:avLst/>
            </a:prstGeom>
          </p:spPr>
        </p:pic>
      </p:grpSp>
      <p:pic>
        <p:nvPicPr>
          <p:cNvPr id="46" name="object 46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5214600" y="4419600"/>
            <a:ext cx="355600" cy="139700"/>
          </a:xfrm>
          <a:prstGeom prst="rect">
            <a:avLst/>
          </a:prstGeom>
        </p:spPr>
      </p:pic>
      <p:grpSp>
        <p:nvGrpSpPr>
          <p:cNvPr id="47" name="object 47" descr=""/>
          <p:cNvGrpSpPr/>
          <p:nvPr/>
        </p:nvGrpSpPr>
        <p:grpSpPr>
          <a:xfrm>
            <a:off x="11049000" y="6019800"/>
            <a:ext cx="4305300" cy="571500"/>
            <a:chOff x="11049000" y="6019800"/>
            <a:chExt cx="4305300" cy="571500"/>
          </a:xfrm>
        </p:grpSpPr>
        <p:pic>
          <p:nvPicPr>
            <p:cNvPr id="48" name="object 48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2979400" y="6019800"/>
              <a:ext cx="1358900" cy="254000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1049000" y="6273800"/>
              <a:ext cx="3721100" cy="317500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4782800" y="6070600"/>
              <a:ext cx="571500" cy="317500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4782800" y="6388100"/>
              <a:ext cx="317500" cy="127000"/>
            </a:xfrm>
            <a:prstGeom prst="rect">
              <a:avLst/>
            </a:prstGeom>
          </p:spPr>
        </p:pic>
      </p:grpSp>
      <p:pic>
        <p:nvPicPr>
          <p:cNvPr id="52" name="object 52" descr="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1099800" y="8623300"/>
            <a:ext cx="3975100" cy="266700"/>
          </a:xfrm>
          <a:prstGeom prst="rect">
            <a:avLst/>
          </a:prstGeom>
        </p:spPr>
      </p:pic>
      <p:sp>
        <p:nvSpPr>
          <p:cNvPr id="53" name="object 53"/>
          <p:cNvSpPr txBox="1">
            <a:spLocks noGrp="1"/>
          </p:cNvSpPr>
          <p:nvPr>
            <p:ph type="title"/>
          </p:nvPr>
        </p:nvSpPr>
        <p:spPr>
          <a:xfrm>
            <a:off x="1063738" y="439913"/>
            <a:ext cx="2132330" cy="861694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450" spc="-130">
                <a:solidFill>
                  <a:srgbClr val="313131"/>
                </a:solidFill>
                <a:latin typeface="Cambria"/>
                <a:cs typeface="Cambria"/>
              </a:rPr>
              <a:t>FunQA:</a:t>
            </a:r>
            <a:endParaRPr sz="5450">
              <a:latin typeface="Cambria"/>
              <a:cs typeface="Cambria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1237662" y="7644341"/>
            <a:ext cx="605790" cy="628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950" spc="-420">
                <a:latin typeface="Cambria"/>
                <a:cs typeface="Cambria"/>
              </a:rPr>
              <a:t>as</a:t>
            </a:r>
            <a:r>
              <a:rPr dirty="0" sz="3950" spc="275">
                <a:latin typeface="Cambria"/>
                <a:cs typeface="Cambria"/>
              </a:rPr>
              <a:t> </a:t>
            </a:r>
            <a:r>
              <a:rPr dirty="0" sz="3950" spc="-135">
                <a:latin typeface="Cambria"/>
                <a:cs typeface="Cambria"/>
              </a:rPr>
              <a:t>.</a:t>
            </a:r>
            <a:endParaRPr sz="3950">
              <a:latin typeface="Cambria"/>
              <a:cs typeface="Cambria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1248219" y="8025341"/>
            <a:ext cx="7403465" cy="9709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4345"/>
              </a:lnSpc>
              <a:spcBef>
                <a:spcPts val="105"/>
              </a:spcBef>
              <a:tabLst>
                <a:tab pos="6758940" algn="l"/>
              </a:tabLst>
            </a:pPr>
            <a:r>
              <a:rPr dirty="0" sz="3950" spc="-580">
                <a:latin typeface="Cambria"/>
                <a:cs typeface="Cambria"/>
              </a:rPr>
              <a:t>tm—</a:t>
            </a:r>
            <a:r>
              <a:rPr dirty="0" sz="3950" spc="-330">
                <a:latin typeface="Cambria"/>
                <a:cs typeface="Cambria"/>
              </a:rPr>
              <a:t>a»:</a:t>
            </a:r>
            <a:r>
              <a:rPr dirty="0" sz="3950" spc="245">
                <a:latin typeface="Cambria"/>
                <a:cs typeface="Cambria"/>
              </a:rPr>
              <a:t> </a:t>
            </a:r>
            <a:r>
              <a:rPr dirty="0" sz="3950" spc="-965">
                <a:latin typeface="Cambria"/>
                <a:cs typeface="Cambria"/>
              </a:rPr>
              <a:t>91°</a:t>
            </a:r>
            <a:r>
              <a:rPr dirty="0" sz="3950" spc="400">
                <a:latin typeface="Cambria"/>
                <a:cs typeface="Cambria"/>
              </a:rPr>
              <a:t> </a:t>
            </a:r>
            <a:r>
              <a:rPr dirty="0" sz="3950" spc="-465">
                <a:latin typeface="Cambria"/>
                <a:cs typeface="Cambria"/>
              </a:rPr>
              <a:t>r›ri</a:t>
            </a:r>
            <a:r>
              <a:rPr dirty="0" sz="3950" spc="210">
                <a:latin typeface="Cambria"/>
                <a:cs typeface="Cambria"/>
              </a:rPr>
              <a:t> </a:t>
            </a:r>
            <a:r>
              <a:rPr dirty="0" sz="3950" spc="-265">
                <a:latin typeface="Cambria"/>
                <a:cs typeface="Cambria"/>
              </a:rPr>
              <a:t>tax«ee‹xza»s‹-</a:t>
            </a:r>
            <a:r>
              <a:rPr dirty="0" sz="3950" spc="-10">
                <a:latin typeface="Cambria"/>
                <a:cs typeface="Cambria"/>
              </a:rPr>
              <a:t>x».=.i.°,</a:t>
            </a:r>
            <a:r>
              <a:rPr dirty="0" sz="3950">
                <a:latin typeface="Cambria"/>
                <a:cs typeface="Cambria"/>
              </a:rPr>
              <a:t>	</a:t>
            </a:r>
            <a:r>
              <a:rPr dirty="0" sz="3950" spc="-865">
                <a:latin typeface="Cambria"/>
                <a:cs typeface="Cambria"/>
              </a:rPr>
              <a:t>(Hish</a:t>
            </a:r>
            <a:endParaRPr sz="3950">
              <a:latin typeface="Cambria"/>
              <a:cs typeface="Cambria"/>
            </a:endParaRPr>
          </a:p>
          <a:p>
            <a:pPr marL="12700">
              <a:lnSpc>
                <a:spcPts val="3085"/>
              </a:lnSpc>
              <a:tabLst>
                <a:tab pos="1565275" algn="l"/>
                <a:tab pos="1767205" algn="l"/>
                <a:tab pos="2808605" algn="l"/>
              </a:tabLst>
            </a:pPr>
            <a:r>
              <a:rPr dirty="0" sz="2900" spc="-390">
                <a:latin typeface="Cambria"/>
                <a:cs typeface="Cambria"/>
              </a:rPr>
              <a:t>Consensus)</a:t>
            </a:r>
            <a:r>
              <a:rPr dirty="0" sz="2900">
                <a:latin typeface="Cambria"/>
                <a:cs typeface="Cambria"/>
              </a:rPr>
              <a:t>	</a:t>
            </a:r>
            <a:r>
              <a:rPr dirty="0" sz="2900" spc="-360">
                <a:latin typeface="Cambria"/>
                <a:cs typeface="Cambria"/>
              </a:rPr>
              <a:t>›</a:t>
            </a:r>
            <a:r>
              <a:rPr dirty="0" sz="2900">
                <a:latin typeface="Cambria"/>
                <a:cs typeface="Cambria"/>
              </a:rPr>
              <a:t>	</a:t>
            </a:r>
            <a:r>
              <a:rPr dirty="0" sz="2900" spc="-20">
                <a:latin typeface="Cambria"/>
                <a:cs typeface="Cambria"/>
              </a:rPr>
              <a:t>1sgT</a:t>
            </a:r>
            <a:r>
              <a:rPr dirty="0" sz="2900">
                <a:latin typeface="Cambria"/>
                <a:cs typeface="Cambria"/>
              </a:rPr>
              <a:t>	</a:t>
            </a:r>
            <a:r>
              <a:rPr dirty="0" sz="2900" spc="-35">
                <a:latin typeface="Cambria"/>
                <a:cs typeface="Cambria"/>
              </a:rPr>
              <a:t>1/2ZB%&amp;té›</a:t>
            </a:r>
            <a:endParaRPr sz="2900">
              <a:latin typeface="Cambria"/>
              <a:cs typeface="Cambria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10761736" y="4019902"/>
            <a:ext cx="461645" cy="6483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78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D49E3A"/>
                </a:solidFill>
                <a:latin typeface="Cambria"/>
                <a:cs typeface="Cambria"/>
              </a:rPr>
              <a:t>utn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500" spc="-345">
                <a:solidFill>
                  <a:srgbClr val="CCA55B"/>
                </a:solidFill>
                <a:latin typeface="Cambria"/>
                <a:cs typeface="Cambria"/>
              </a:rPr>
              <a:t>r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15642412" y="9413522"/>
            <a:ext cx="14986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10">
                <a:latin typeface="Cambria"/>
                <a:cs typeface="Cambria"/>
              </a:rPr>
              <a:t>G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16346512" y="9413522"/>
            <a:ext cx="98933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75">
                <a:latin typeface="Cambria"/>
                <a:cs typeface="Cambria"/>
              </a:rPr>
              <a:t>NotebookLM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2800" y="3200400"/>
            <a:ext cx="8305800" cy="13335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56500" y="2946400"/>
            <a:ext cx="5092700" cy="889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56100" y="1854200"/>
            <a:ext cx="1346200" cy="9906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83300" y="1866900"/>
            <a:ext cx="1295400" cy="9652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58100" y="1841500"/>
            <a:ext cx="1320800" cy="9906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347200" y="1866900"/>
            <a:ext cx="1257300" cy="9652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023600" y="1879600"/>
            <a:ext cx="1282700" cy="9779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25500" y="711200"/>
            <a:ext cx="3657600" cy="6096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38200" y="6032500"/>
            <a:ext cx="2044700" cy="26670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25500" y="6858000"/>
            <a:ext cx="3263900" cy="25400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38200" y="7188200"/>
            <a:ext cx="3111500" cy="25400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470400" y="5753100"/>
            <a:ext cx="2730500" cy="17780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4465300" y="1879600"/>
            <a:ext cx="2057400" cy="279400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4770100" y="3975100"/>
            <a:ext cx="1943100" cy="22860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4770100" y="6756400"/>
            <a:ext cx="1955800" cy="228600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4770100" y="7073900"/>
            <a:ext cx="2044700" cy="241300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25500" y="2349500"/>
            <a:ext cx="3276600" cy="1562100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825500" y="7505700"/>
            <a:ext cx="2705100" cy="279400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12800" y="7950200"/>
            <a:ext cx="3276600" cy="584200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38200" y="8585200"/>
            <a:ext cx="3302000" cy="279400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616700" y="5956300"/>
            <a:ext cx="101600" cy="127000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305800" y="4711700"/>
            <a:ext cx="292100" cy="114300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521700" y="5575300"/>
            <a:ext cx="1866900" cy="260350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7696200" y="6159500"/>
            <a:ext cx="2235200" cy="241300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1976100" y="5600700"/>
            <a:ext cx="1054100" cy="215900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3373100" y="4940300"/>
            <a:ext cx="254000" cy="127000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3246100" y="5816600"/>
            <a:ext cx="254000" cy="114300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4770100" y="2425700"/>
            <a:ext cx="1955800" cy="508000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4770100" y="3035300"/>
            <a:ext cx="292100" cy="228600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4770100" y="5245100"/>
            <a:ext cx="2159000" cy="393700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4770100" y="5689600"/>
            <a:ext cx="520700" cy="228600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838200" y="1879600"/>
            <a:ext cx="1955800" cy="292100"/>
          </a:xfrm>
          <a:prstGeom prst="rect">
            <a:avLst/>
          </a:prstGeom>
        </p:spPr>
      </p:pic>
      <p:sp>
        <p:nvSpPr>
          <p:cNvPr id="34" name="object 34" descr=""/>
          <p:cNvSpPr txBox="1"/>
          <p:nvPr/>
        </p:nvSpPr>
        <p:spPr>
          <a:xfrm>
            <a:off x="791867" y="4064000"/>
            <a:ext cx="1095375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50" spc="405">
                <a:latin typeface="Calibri"/>
                <a:cs typeface="Calibri"/>
              </a:rPr>
              <a:t>ørze</a:t>
            </a:r>
            <a:endParaRPr sz="3750">
              <a:latin typeface="Calibri"/>
              <a:cs typeface="Calibri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820446" y="4496858"/>
            <a:ext cx="3095625" cy="565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550" spc="-325">
                <a:latin typeface="Cambria"/>
                <a:cs typeface="Cambria"/>
              </a:rPr>
              <a:t>xss›sraø—</a:t>
            </a:r>
            <a:r>
              <a:rPr dirty="0" sz="3550" spc="-270">
                <a:latin typeface="Cambria"/>
                <a:cs typeface="Cambria"/>
              </a:rPr>
              <a:t>a-</a:t>
            </a:r>
            <a:r>
              <a:rPr dirty="0" sz="3550" spc="-325">
                <a:latin typeface="Cambria"/>
                <a:cs typeface="Cambria"/>
              </a:rPr>
              <a:t>as"e+&lt;</a:t>
            </a:r>
            <a:endParaRPr sz="3550">
              <a:latin typeface="Cambria"/>
              <a:cs typeface="Cambria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790837" y="4827058"/>
            <a:ext cx="3322954" cy="565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550" spc="-60">
                <a:latin typeface="Cambria"/>
                <a:cs typeface="Cambria"/>
              </a:rPr>
              <a:t>‹ł.</a:t>
            </a:r>
            <a:r>
              <a:rPr dirty="0" sz="3550" spc="-135">
                <a:latin typeface="Cambria"/>
                <a:cs typeface="Cambria"/>
              </a:rPr>
              <a:t> </a:t>
            </a:r>
            <a:r>
              <a:rPr dirty="0" sz="3550" spc="-190">
                <a:latin typeface="Cambria"/>
                <a:cs typeface="Cambria"/>
              </a:rPr>
              <a:t>«Nn¥uaüa‹tßPs?</a:t>
            </a:r>
            <a:endParaRPr sz="3550">
              <a:latin typeface="Cambria"/>
              <a:cs typeface="Cambria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4243070">
              <a:lnSpc>
                <a:spcPct val="100000"/>
              </a:lnSpc>
              <a:spcBef>
                <a:spcPts val="120"/>
              </a:spcBef>
            </a:pPr>
            <a:r>
              <a:rPr dirty="0" sz="7550" spc="-330">
                <a:solidFill>
                  <a:srgbClr val="0A0A0A"/>
                </a:solidFill>
                <a:latin typeface="Calibri"/>
                <a:cs typeface="Calibri"/>
              </a:rPr>
              <a:t>sTAR€•Ÿß@€üßP@'Ğtúß›I</a:t>
            </a:r>
            <a:endParaRPr sz="7550">
              <a:latin typeface="Calibri"/>
              <a:cs typeface="Calibri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4462707" y="4591050"/>
            <a:ext cx="172148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0040" marR="43815" indent="1042035">
              <a:lnSpc>
                <a:spcPct val="123300"/>
              </a:lnSpc>
              <a:spcBef>
                <a:spcPts val="100"/>
              </a:spcBef>
            </a:pPr>
            <a:r>
              <a:rPr dirty="0" sz="1250" spc="-85">
                <a:solidFill>
                  <a:srgbClr val="805E5D"/>
                </a:solidFill>
                <a:latin typeface="Cambria"/>
                <a:cs typeface="Cambria"/>
              </a:rPr>
              <a:t>boße</a:t>
            </a:r>
            <a:r>
              <a:rPr dirty="0" sz="1250" spc="500">
                <a:solidFill>
                  <a:srgbClr val="805E5D"/>
                </a:solidFill>
                <a:latin typeface="Cambria"/>
                <a:cs typeface="Cambria"/>
              </a:rPr>
              <a:t> </a:t>
            </a:r>
            <a:r>
              <a:rPr dirty="0" sz="1250" spc="-170">
                <a:solidFill>
                  <a:srgbClr val="212121"/>
                </a:solidFill>
                <a:latin typeface="Cambria"/>
                <a:cs typeface="Cambria"/>
              </a:rPr>
              <a:t>holding</a:t>
            </a:r>
            <a:r>
              <a:rPr dirty="0" sz="1250" spc="5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1250" spc="-110">
                <a:solidFill>
                  <a:srgbClr val="363636"/>
                </a:solidFill>
                <a:latin typeface="Cambria"/>
                <a:cs typeface="Cambria"/>
              </a:rPr>
              <a:t>|</a:t>
            </a:r>
            <a:r>
              <a:rPr dirty="0" sz="1250" spc="-110">
                <a:latin typeface="Cambria"/>
                <a:cs typeface="Cambria"/>
              </a:rPr>
              <a:t>grinŁing</a:t>
            </a:r>
            <a:r>
              <a:rPr dirty="0" sz="1250" spc="125">
                <a:latin typeface="Cambria"/>
                <a:cs typeface="Cambria"/>
              </a:rPr>
              <a:t> </a:t>
            </a:r>
            <a:r>
              <a:rPr dirty="0" sz="1250" spc="-340">
                <a:solidFill>
                  <a:srgbClr val="0A0A0A"/>
                </a:solidFill>
                <a:latin typeface="Cambria"/>
                <a:cs typeface="Cambria"/>
              </a:rPr>
              <a:t>mom</a:t>
            </a:r>
            <a:endParaRPr sz="12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  <a:tabLst>
                <a:tab pos="1579245" algn="l"/>
              </a:tabLst>
            </a:pPr>
            <a:r>
              <a:rPr dirty="0" sz="3650" spc="-484">
                <a:solidFill>
                  <a:srgbClr val="070707"/>
                </a:solidFill>
                <a:latin typeface="Times New Roman"/>
                <a:cs typeface="Times New Roman"/>
              </a:rPr>
              <a:t>.°....</a:t>
            </a:r>
            <a:r>
              <a:rPr dirty="0" sz="3650" spc="30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3650" spc="-20">
                <a:solidFill>
                  <a:srgbClr val="0A0A0A"/>
                </a:solidFill>
                <a:latin typeface="Times New Roman"/>
                <a:cs typeface="Times New Roman"/>
              </a:rPr>
              <a:t>,.„.</a:t>
            </a:r>
            <a:r>
              <a:rPr dirty="0" sz="3650">
                <a:solidFill>
                  <a:srgbClr val="0A0A0A"/>
                </a:solidFill>
                <a:latin typeface="Times New Roman"/>
                <a:cs typeface="Times New Roman"/>
              </a:rPr>
              <a:t>	</a:t>
            </a:r>
            <a:r>
              <a:rPr dirty="0" sz="3650" spc="-680">
                <a:solidFill>
                  <a:srgbClr val="212121"/>
                </a:solidFill>
                <a:latin typeface="Times New Roman"/>
                <a:cs typeface="Times New Roman"/>
              </a:rPr>
              <a:t>„</a:t>
            </a:r>
            <a:endParaRPr sz="3650">
              <a:latin typeface="Times New Roman"/>
              <a:cs typeface="Times New Roman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6791534" y="4842307"/>
            <a:ext cx="1153795" cy="871219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760095">
              <a:lnSpc>
                <a:spcPct val="100000"/>
              </a:lnSpc>
              <a:spcBef>
                <a:spcPts val="320"/>
              </a:spcBef>
            </a:pPr>
            <a:r>
              <a:rPr dirty="0" sz="1100" spc="-105">
                <a:solidFill>
                  <a:srgbClr val="1F1F1F"/>
                </a:solidFill>
                <a:latin typeface="Cambria"/>
                <a:cs typeface="Cambria"/>
              </a:rPr>
              <a:t>h0lńİĞ§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  <a:tabLst>
                <a:tab pos="663575" algn="l"/>
              </a:tabLst>
            </a:pPr>
            <a:r>
              <a:rPr dirty="0" sz="3650" spc="-680">
                <a:solidFill>
                  <a:srgbClr val="0F0F0F"/>
                </a:solidFill>
                <a:latin typeface="Times New Roman"/>
                <a:cs typeface="Times New Roman"/>
              </a:rPr>
              <a:t>h,...„</a:t>
            </a:r>
            <a:r>
              <a:rPr dirty="0" sz="365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dirty="0" sz="3650" spc="-405">
                <a:latin typeface="Times New Roman"/>
                <a:cs typeface="Times New Roman"/>
              </a:rPr>
              <a:t>,.„,f</a:t>
            </a:r>
            <a:endParaRPr sz="3650">
              <a:latin typeface="Times New Roman"/>
              <a:cs typeface="Times New Roman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810061" y="5126919"/>
            <a:ext cx="3168015" cy="586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084580" algn="l"/>
              </a:tabLst>
            </a:pPr>
            <a:r>
              <a:rPr dirty="0" sz="3650" spc="-409">
                <a:latin typeface="Times New Roman"/>
                <a:cs typeface="Times New Roman"/>
              </a:rPr>
              <a:t>nsnva</a:t>
            </a:r>
            <a:r>
              <a:rPr dirty="0" sz="3650">
                <a:latin typeface="Times New Roman"/>
                <a:cs typeface="Times New Roman"/>
              </a:rPr>
              <a:t>	</a:t>
            </a:r>
            <a:r>
              <a:rPr dirty="0" sz="3650" spc="85">
                <a:latin typeface="Times New Roman"/>
                <a:cs typeface="Times New Roman"/>
              </a:rPr>
              <a:t>ssitaoszss.</a:t>
            </a:r>
            <a:endParaRPr sz="3650">
              <a:latin typeface="Times New Roman"/>
              <a:cs typeface="Times New Roman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950769" y="6301669"/>
            <a:ext cx="2750820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 spc="-105">
                <a:latin typeface="Cambria"/>
                <a:cs typeface="Cambria"/>
              </a:rPr>
              <a:t>(Situation</a:t>
            </a:r>
            <a:r>
              <a:rPr dirty="0" sz="2400" spc="60">
                <a:latin typeface="Cambria"/>
                <a:cs typeface="Cambria"/>
              </a:rPr>
              <a:t> </a:t>
            </a:r>
            <a:r>
              <a:rPr dirty="0" sz="2400" spc="-140">
                <a:latin typeface="Cambria"/>
                <a:cs typeface="Cambria"/>
              </a:rPr>
              <a:t>Hypergraph)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4574962" y="7357180"/>
            <a:ext cx="60706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solidFill>
                  <a:srgbClr val="805B54"/>
                </a:solidFill>
                <a:latin typeface="Cambria"/>
                <a:cs typeface="Cambria"/>
              </a:rPr>
              <a:t>C:</a:t>
            </a:r>
            <a:r>
              <a:rPr dirty="0" sz="1300" spc="60">
                <a:solidFill>
                  <a:srgbClr val="805B54"/>
                </a:solidFill>
                <a:latin typeface="Cambria"/>
                <a:cs typeface="Cambria"/>
              </a:rPr>
              <a:t> </a:t>
            </a:r>
            <a:r>
              <a:rPr dirty="0" sz="1300" spc="-10">
                <a:solidFill>
                  <a:srgbClr val="2F2F2F"/>
                </a:solidFill>
                <a:latin typeface="Cambria"/>
                <a:cs typeface="Cambria"/>
              </a:rPr>
              <a:t>T00k.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4568035" y="6427963"/>
            <a:ext cx="3093720" cy="9347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5875">
              <a:lnSpc>
                <a:spcPts val="1870"/>
              </a:lnSpc>
              <a:spcBef>
                <a:spcPts val="135"/>
              </a:spcBef>
            </a:pPr>
            <a:r>
              <a:rPr dirty="0" sz="1700" spc="-75">
                <a:latin typeface="Cambria"/>
                <a:cs typeface="Cambria"/>
              </a:rPr>
              <a:t>Interaction</a:t>
            </a:r>
            <a:endParaRPr sz="1700">
              <a:latin typeface="Cambria"/>
              <a:cs typeface="Cambria"/>
            </a:endParaRPr>
          </a:p>
          <a:p>
            <a:pPr marL="16510">
              <a:lnSpc>
                <a:spcPts val="1575"/>
              </a:lnSpc>
            </a:pPr>
            <a:r>
              <a:rPr dirty="0" sz="1700" spc="-85">
                <a:latin typeface="Cambria"/>
                <a:cs typeface="Cambria"/>
              </a:rPr>
              <a:t>Q:</a:t>
            </a:r>
            <a:r>
              <a:rPr dirty="0" sz="1700" spc="25">
                <a:latin typeface="Cambria"/>
                <a:cs typeface="Cambria"/>
              </a:rPr>
              <a:t> </a:t>
            </a:r>
            <a:r>
              <a:rPr dirty="0" sz="1700" spc="-260">
                <a:latin typeface="Cambria"/>
                <a:cs typeface="Cambria"/>
              </a:rPr>
              <a:t>What</a:t>
            </a:r>
            <a:r>
              <a:rPr dirty="0" sz="1700" spc="50">
                <a:latin typeface="Cambria"/>
                <a:cs typeface="Cambria"/>
              </a:rPr>
              <a:t> </a:t>
            </a:r>
            <a:r>
              <a:rPr dirty="0" sz="1700" spc="-245">
                <a:latin typeface="Cambria"/>
                <a:cs typeface="Cambria"/>
              </a:rPr>
              <a:t>did</a:t>
            </a:r>
            <a:r>
              <a:rPr dirty="0" sz="1700" spc="130">
                <a:latin typeface="Cambria"/>
                <a:cs typeface="Cambria"/>
              </a:rPr>
              <a:t> </a:t>
            </a:r>
            <a:r>
              <a:rPr dirty="0" sz="1700" spc="-220">
                <a:latin typeface="Cambria"/>
                <a:cs typeface="Cambria"/>
              </a:rPr>
              <a:t>the</a:t>
            </a:r>
            <a:r>
              <a:rPr dirty="0" sz="1700" spc="80">
                <a:latin typeface="Cambria"/>
                <a:cs typeface="Cambria"/>
              </a:rPr>
              <a:t> </a:t>
            </a:r>
            <a:r>
              <a:rPr dirty="0" sz="1700" spc="-225">
                <a:latin typeface="Cambria"/>
                <a:cs typeface="Cambria"/>
              </a:rPr>
              <a:t>person</a:t>
            </a:r>
            <a:r>
              <a:rPr dirty="0" sz="1700" spc="135">
                <a:latin typeface="Cambria"/>
                <a:cs typeface="Cambria"/>
              </a:rPr>
              <a:t> </a:t>
            </a:r>
            <a:r>
              <a:rPr dirty="0" sz="1700" spc="-240">
                <a:latin typeface="Cambria"/>
                <a:cs typeface="Cambria"/>
              </a:rPr>
              <a:t>do</a:t>
            </a:r>
            <a:r>
              <a:rPr dirty="0" sz="1700" spc="5">
                <a:latin typeface="Cambria"/>
                <a:cs typeface="Cambria"/>
              </a:rPr>
              <a:t> </a:t>
            </a:r>
            <a:r>
              <a:rPr dirty="0" sz="1700" spc="-285">
                <a:latin typeface="Cambria"/>
                <a:cs typeface="Cambria"/>
              </a:rPr>
              <a:t>with</a:t>
            </a:r>
            <a:r>
              <a:rPr dirty="0" sz="1700" spc="135">
                <a:latin typeface="Cambria"/>
                <a:cs typeface="Cambria"/>
              </a:rPr>
              <a:t> </a:t>
            </a:r>
            <a:r>
              <a:rPr dirty="0" sz="1700" spc="-220">
                <a:latin typeface="Cambria"/>
                <a:cs typeface="Cambria"/>
              </a:rPr>
              <a:t>the</a:t>
            </a:r>
            <a:r>
              <a:rPr dirty="0" sz="1700" spc="105">
                <a:latin typeface="Cambria"/>
                <a:cs typeface="Cambria"/>
              </a:rPr>
              <a:t> </a:t>
            </a:r>
            <a:r>
              <a:rPr dirty="0" sz="1700" spc="-135">
                <a:latin typeface="Cambria"/>
                <a:cs typeface="Cambria"/>
              </a:rPr>
              <a:t>bottle?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ts val="1960"/>
              </a:lnSpc>
            </a:pPr>
            <a:r>
              <a:rPr dirty="0" sz="2050" spc="-95">
                <a:solidFill>
                  <a:srgbClr val="0C0C0C"/>
                </a:solidFill>
                <a:latin typeface="Cambria"/>
                <a:cs typeface="Cambria"/>
              </a:rPr>
              <a:t>0.</a:t>
            </a:r>
            <a:r>
              <a:rPr dirty="0" sz="2050" spc="-85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dirty="0" sz="2050" spc="-220">
                <a:latin typeface="Cambria"/>
                <a:cs typeface="Cambria"/>
              </a:rPr>
              <a:t>fvl:</a:t>
            </a:r>
            <a:r>
              <a:rPr dirty="0" sz="2050" spc="-80">
                <a:latin typeface="Cambria"/>
                <a:cs typeface="Cambria"/>
              </a:rPr>
              <a:t> </a:t>
            </a:r>
            <a:r>
              <a:rPr dirty="0" sz="2050" spc="-265">
                <a:solidFill>
                  <a:srgbClr val="1A1A1A"/>
                </a:solidFill>
                <a:latin typeface="Cambria"/>
                <a:cs typeface="Cambria"/>
              </a:rPr>
              <a:t>s</a:t>
            </a:r>
            <a:r>
              <a:rPr dirty="0" sz="2050" spc="415">
                <a:solidFill>
                  <a:srgbClr val="1A1A1A"/>
                </a:solidFill>
                <a:latin typeface="Cambria"/>
                <a:cs typeface="Cambria"/>
              </a:rPr>
              <a:t> </a:t>
            </a:r>
            <a:r>
              <a:rPr dirty="0" sz="2050" spc="-225">
                <a:latin typeface="Cambria"/>
                <a:cs typeface="Cambria"/>
              </a:rPr>
              <a:t>[p,V.</a:t>
            </a:r>
            <a:r>
              <a:rPr dirty="0" sz="2050" spc="-20">
                <a:latin typeface="Cambria"/>
                <a:cs typeface="Cambria"/>
              </a:rPr>
              <a:t> </a:t>
            </a:r>
            <a:r>
              <a:rPr dirty="0" sz="2050" spc="-25">
                <a:latin typeface="Cambria"/>
                <a:cs typeface="Cambria"/>
              </a:rPr>
              <a:t>0ì</a:t>
            </a:r>
            <a:endParaRPr sz="2050">
              <a:latin typeface="Cambria"/>
              <a:cs typeface="Cambria"/>
            </a:endParaRPr>
          </a:p>
          <a:p>
            <a:pPr marL="2030730">
              <a:lnSpc>
                <a:spcPts val="1714"/>
              </a:lnSpc>
            </a:pPr>
            <a:r>
              <a:rPr dirty="0" sz="1600" spc="-65">
                <a:solidFill>
                  <a:srgbClr val="5E5E5E"/>
                </a:solidFill>
                <a:latin typeface="Cambria"/>
                <a:cs typeface="Cambria"/>
              </a:rPr>
              <a:t>b.</a:t>
            </a:r>
            <a:r>
              <a:rPr dirty="0" sz="1600" spc="-15">
                <a:solidFill>
                  <a:srgbClr val="5E5E5E"/>
                </a:solidFill>
                <a:latin typeface="Cambria"/>
                <a:cs typeface="Cambria"/>
              </a:rPr>
              <a:t> </a:t>
            </a:r>
            <a:r>
              <a:rPr dirty="0" sz="1600" spc="-10">
                <a:solidFill>
                  <a:srgbClr val="3B3B3B"/>
                </a:solidFill>
                <a:latin typeface="Cambria"/>
                <a:cs typeface="Cambria"/>
              </a:rPr>
              <a:t>Washed.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6568201" y="7309202"/>
            <a:ext cx="4965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80">
                <a:solidFill>
                  <a:srgbClr val="4B4B4B"/>
                </a:solidFill>
                <a:latin typeface="Cambria"/>
                <a:cs typeface="Cambria"/>
              </a:rPr>
              <a:t>d:</a:t>
            </a:r>
            <a:r>
              <a:rPr dirty="0" sz="1600" spc="-45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dirty="0" sz="1600" spc="-65">
                <a:solidFill>
                  <a:srgbClr val="1C1C1C"/>
                </a:solidFill>
                <a:latin typeface="Cambria"/>
                <a:cs typeface="Cambria"/>
              </a:rPr>
              <a:t>Ale.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8040858" y="3135841"/>
            <a:ext cx="2451100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45">
                <a:solidFill>
                  <a:srgbClr val="494949"/>
                </a:solidFill>
                <a:latin typeface="Cambria"/>
                <a:cs typeface="Cambria"/>
              </a:rPr>
              <a:t>Proces</a:t>
            </a:r>
            <a:r>
              <a:rPr dirty="0" sz="1450" spc="-175">
                <a:solidFill>
                  <a:srgbClr val="494949"/>
                </a:solidFill>
                <a:latin typeface="Cambria"/>
                <a:cs typeface="Cambria"/>
              </a:rPr>
              <a:t> </a:t>
            </a:r>
            <a:r>
              <a:rPr dirty="0" sz="1450" spc="-95">
                <a:solidFill>
                  <a:srgbClr val="494949"/>
                </a:solidFill>
                <a:latin typeface="Cambria"/>
                <a:cs typeface="Cambria"/>
              </a:rPr>
              <a:t>s{inulti</a:t>
            </a:r>
            <a:r>
              <a:rPr dirty="0" sz="1450" spc="-135">
                <a:solidFill>
                  <a:srgbClr val="494949"/>
                </a:solidFill>
                <a:latin typeface="Cambria"/>
                <a:cs typeface="Cambria"/>
              </a:rPr>
              <a:t> </a:t>
            </a:r>
            <a:r>
              <a:rPr dirty="0" sz="1450" spc="-20">
                <a:solidFill>
                  <a:srgbClr val="484848"/>
                </a:solidFill>
                <a:latin typeface="Cambria"/>
                <a:cs typeface="Cambria"/>
              </a:rPr>
              <a:t>plc</a:t>
            </a:r>
            <a:r>
              <a:rPr dirty="0" sz="1450" spc="75">
                <a:solidFill>
                  <a:srgbClr val="484848"/>
                </a:solidFill>
                <a:latin typeface="Cambria"/>
                <a:cs typeface="Cambria"/>
              </a:rPr>
              <a:t> </a:t>
            </a:r>
            <a:r>
              <a:rPr dirty="0" sz="1450" spc="-95">
                <a:solidFill>
                  <a:srgbClr val="494949"/>
                </a:solidFill>
                <a:latin typeface="Cambria"/>
                <a:cs typeface="Cambria"/>
              </a:rPr>
              <a:t>Atomic</a:t>
            </a:r>
            <a:r>
              <a:rPr dirty="0" sz="1450" spc="100">
                <a:solidFill>
                  <a:srgbClr val="494949"/>
                </a:solidFill>
                <a:latin typeface="Cambria"/>
                <a:cs typeface="Cambria"/>
              </a:rPr>
              <a:t> </a:t>
            </a:r>
            <a:r>
              <a:rPr dirty="0" sz="1450" spc="-40">
                <a:solidFill>
                  <a:srgbClr val="4B4B4B"/>
                </a:solidFill>
                <a:latin typeface="Cambria"/>
                <a:cs typeface="Cambria"/>
              </a:rPr>
              <a:t>actions)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8084473" y="5748161"/>
            <a:ext cx="280670" cy="237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spc="-155">
                <a:solidFill>
                  <a:srgbClr val="798267"/>
                </a:solidFill>
                <a:latin typeface="Cambria"/>
                <a:cs typeface="Cambria"/>
              </a:rPr>
              <a:t>lable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9232424" y="5837061"/>
            <a:ext cx="374015" cy="237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spc="-155">
                <a:latin typeface="Calibri"/>
                <a:cs typeface="Calibri"/>
              </a:rPr>
              <a:t>phone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10142957" y="4894438"/>
            <a:ext cx="402590" cy="194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 spc="-114">
                <a:solidFill>
                  <a:srgbClr val="232323"/>
                </a:solidFill>
                <a:latin typeface="Cambria"/>
                <a:cs typeface="Cambria"/>
              </a:rPr>
              <a:t>l10Idifig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4571888" y="7719483"/>
            <a:ext cx="3638550" cy="92201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1839"/>
              </a:lnSpc>
              <a:spcBef>
                <a:spcPts val="114"/>
              </a:spcBef>
            </a:pPr>
            <a:r>
              <a:rPr dirty="0" sz="1650" spc="-30">
                <a:latin typeface="Cambria"/>
                <a:cs typeface="Cambria"/>
              </a:rPr>
              <a:t>Prediction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ts val="1675"/>
              </a:lnSpc>
            </a:pPr>
            <a:r>
              <a:rPr dirty="0" sz="1650" spc="-30">
                <a:latin typeface="Cambria"/>
                <a:cs typeface="Cambria"/>
              </a:rPr>
              <a:t>Q:</a:t>
            </a:r>
            <a:r>
              <a:rPr dirty="0" sz="1650" spc="-5">
                <a:latin typeface="Cambria"/>
                <a:cs typeface="Cambria"/>
              </a:rPr>
              <a:t> </a:t>
            </a:r>
            <a:r>
              <a:rPr dirty="0" sz="1650" spc="-229">
                <a:latin typeface="Cambria"/>
                <a:cs typeface="Cambria"/>
              </a:rPr>
              <a:t>Which</a:t>
            </a:r>
            <a:r>
              <a:rPr dirty="0" sz="1650" spc="95">
                <a:latin typeface="Cambria"/>
                <a:cs typeface="Cambria"/>
              </a:rPr>
              <a:t> </a:t>
            </a:r>
            <a:r>
              <a:rPr dirty="0" sz="1650" spc="-130">
                <a:latin typeface="Cambria"/>
                <a:cs typeface="Cambria"/>
              </a:rPr>
              <a:t>objecl</a:t>
            </a:r>
            <a:r>
              <a:rPr dirty="0" sz="1650" spc="-35">
                <a:latin typeface="Cambria"/>
                <a:cs typeface="Cambria"/>
              </a:rPr>
              <a:t> </a:t>
            </a:r>
            <a:r>
              <a:rPr dirty="0" sz="1650" spc="-240">
                <a:latin typeface="Cambria"/>
                <a:cs typeface="Cambria"/>
              </a:rPr>
              <a:t>would</a:t>
            </a:r>
            <a:r>
              <a:rPr dirty="0" sz="1650" spc="155">
                <a:latin typeface="Cambria"/>
                <a:cs typeface="Cambria"/>
              </a:rPr>
              <a:t> </a:t>
            </a:r>
            <a:r>
              <a:rPr dirty="0" sz="1650" spc="-155">
                <a:latin typeface="Cambria"/>
                <a:cs typeface="Cambria"/>
              </a:rPr>
              <a:t>the</a:t>
            </a:r>
            <a:r>
              <a:rPr dirty="0" sz="1650" spc="-30">
                <a:latin typeface="Cambria"/>
                <a:cs typeface="Cambria"/>
              </a:rPr>
              <a:t> </a:t>
            </a:r>
            <a:r>
              <a:rPr dirty="0" sz="1650" spc="-190">
                <a:latin typeface="Cambria"/>
                <a:cs typeface="Cambria"/>
              </a:rPr>
              <a:t>person</a:t>
            </a:r>
            <a:r>
              <a:rPr dirty="0" sz="1650" spc="110">
                <a:latin typeface="Cambria"/>
                <a:cs typeface="Cambria"/>
              </a:rPr>
              <a:t> </a:t>
            </a:r>
            <a:r>
              <a:rPr dirty="0" sz="1650" spc="-110">
                <a:latin typeface="Cambria"/>
                <a:cs typeface="Cambria"/>
              </a:rPr>
              <a:t>pal</a:t>
            </a:r>
            <a:r>
              <a:rPr dirty="0" sz="1650" spc="-55">
                <a:latin typeface="Cambria"/>
                <a:cs typeface="Cambria"/>
              </a:rPr>
              <a:t> </a:t>
            </a:r>
            <a:r>
              <a:rPr dirty="0" sz="1650" spc="-254">
                <a:latin typeface="Cambria"/>
                <a:cs typeface="Cambria"/>
              </a:rPr>
              <a:t>down</a:t>
            </a:r>
            <a:r>
              <a:rPr dirty="0" sz="1650" spc="130">
                <a:latin typeface="Cambria"/>
                <a:cs typeface="Cambria"/>
              </a:rPr>
              <a:t> </a:t>
            </a:r>
            <a:r>
              <a:rPr dirty="0" sz="1650" spc="-90">
                <a:latin typeface="Cambria"/>
                <a:cs typeface="Cambria"/>
              </a:rPr>
              <a:t>next?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ts val="1830"/>
              </a:lnSpc>
            </a:pPr>
            <a:r>
              <a:rPr dirty="0" sz="1700" spc="-70">
                <a:latin typeface="Cambria"/>
                <a:cs typeface="Cambria"/>
              </a:rPr>
              <a:t>Q.</a:t>
            </a:r>
            <a:r>
              <a:rPr dirty="0" sz="1700" spc="-150">
                <a:latin typeface="Cambria"/>
                <a:cs typeface="Cambria"/>
              </a:rPr>
              <a:t> </a:t>
            </a:r>
            <a:r>
              <a:rPr dirty="0" sz="1700" spc="-20">
                <a:latin typeface="Cambria"/>
                <a:cs typeface="Cambria"/>
              </a:rPr>
              <a:t>|0|.</a:t>
            </a:r>
            <a:r>
              <a:rPr dirty="0" sz="1700" spc="-7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S.</a:t>
            </a:r>
            <a:r>
              <a:rPr dirty="0" sz="1700" spc="-95">
                <a:latin typeface="Cambria"/>
                <a:cs typeface="Cambria"/>
              </a:rPr>
              <a:t> </a:t>
            </a:r>
            <a:r>
              <a:rPr dirty="0" sz="1700" spc="-100">
                <a:latin typeface="Cambria"/>
                <a:cs typeface="Cambria"/>
              </a:rPr>
              <a:t>[T_R,</a:t>
            </a:r>
            <a:r>
              <a:rPr dirty="0" sz="1700" spc="5"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1A1A1A"/>
                </a:solidFill>
                <a:latin typeface="Cambria"/>
                <a:cs typeface="Cambria"/>
              </a:rPr>
              <a:t>P</a:t>
            </a:r>
            <a:r>
              <a:rPr dirty="0" sz="1700" spc="170">
                <a:solidFill>
                  <a:srgbClr val="1A1A1A"/>
                </a:solidFill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V</a:t>
            </a:r>
            <a:r>
              <a:rPr dirty="0" sz="1700" spc="245">
                <a:latin typeface="Cambria"/>
                <a:cs typeface="Cambria"/>
              </a:rPr>
              <a:t> </a:t>
            </a:r>
            <a:r>
              <a:rPr dirty="0" sz="1700" spc="45">
                <a:latin typeface="Cambria"/>
                <a:cs typeface="Cambria"/>
              </a:rPr>
              <a:t>0j</a:t>
            </a:r>
            <a:endParaRPr sz="1700">
              <a:latin typeface="Cambria"/>
              <a:cs typeface="Cambria"/>
            </a:endParaRPr>
          </a:p>
          <a:p>
            <a:pPr marL="17780">
              <a:lnSpc>
                <a:spcPts val="1695"/>
              </a:lnSpc>
            </a:pPr>
            <a:r>
              <a:rPr dirty="0" sz="1450">
                <a:solidFill>
                  <a:srgbClr val="212121"/>
                </a:solidFill>
                <a:latin typeface="Cambria"/>
                <a:cs typeface="Cambria"/>
              </a:rPr>
              <a:t>a</a:t>
            </a:r>
            <a:r>
              <a:rPr dirty="0" sz="1450" spc="32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1450" spc="-10">
                <a:solidFill>
                  <a:srgbClr val="212121"/>
                </a:solidFill>
                <a:latin typeface="Cambria"/>
                <a:cs typeface="Cambria"/>
              </a:rPr>
              <a:t>The</a:t>
            </a:r>
            <a:r>
              <a:rPr dirty="0" sz="1450" spc="-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1450" spc="-10">
                <a:solidFill>
                  <a:srgbClr val="262626"/>
                </a:solidFill>
                <a:latin typeface="Cambria"/>
                <a:cs typeface="Cambria"/>
              </a:rPr>
              <a:t>towel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4574753" y="8600722"/>
            <a:ext cx="88265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solidFill>
                  <a:srgbClr val="2A2A2A"/>
                </a:solidFill>
                <a:latin typeface="Cambria"/>
                <a:cs typeface="Cambria"/>
              </a:rPr>
              <a:t>c:</a:t>
            </a:r>
            <a:r>
              <a:rPr dirty="0" sz="1500" spc="10">
                <a:solidFill>
                  <a:srgbClr val="2A2A2A"/>
                </a:solidFill>
                <a:latin typeface="Cambria"/>
                <a:cs typeface="Cambria"/>
              </a:rPr>
              <a:t> </a:t>
            </a:r>
            <a:r>
              <a:rPr dirty="0" sz="1500" spc="-105">
                <a:solidFill>
                  <a:srgbClr val="643833"/>
                </a:solidFill>
                <a:latin typeface="Cambria"/>
                <a:cs typeface="Cambria"/>
              </a:rPr>
              <a:t>The</a:t>
            </a:r>
            <a:r>
              <a:rPr dirty="0" sz="1500" spc="45">
                <a:solidFill>
                  <a:srgbClr val="643833"/>
                </a:solidFill>
                <a:latin typeface="Cambria"/>
                <a:cs typeface="Cambria"/>
              </a:rPr>
              <a:t> </a:t>
            </a:r>
            <a:r>
              <a:rPr dirty="0" sz="1500" spc="-75">
                <a:solidFill>
                  <a:srgbClr val="6B4941"/>
                </a:solidFill>
                <a:latin typeface="Cambria"/>
                <a:cs typeface="Cambria"/>
              </a:rPr>
              <a:t>table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6619064" y="8574264"/>
            <a:ext cx="889635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00" spc="-80">
                <a:solidFill>
                  <a:srgbClr val="464646"/>
                </a:solidFill>
                <a:latin typeface="Calibri"/>
                <a:cs typeface="Calibri"/>
              </a:rPr>
              <a:t>d:</a:t>
            </a:r>
            <a:r>
              <a:rPr dirty="0" sz="1700" spc="1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700" spc="-165">
                <a:solidFill>
                  <a:srgbClr val="1F1F1F"/>
                </a:solidFill>
                <a:latin typeface="Calibri"/>
                <a:cs typeface="Calibri"/>
              </a:rPr>
              <a:t>The</a:t>
            </a:r>
            <a:r>
              <a:rPr dirty="0" sz="17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700" spc="-160">
                <a:solidFill>
                  <a:srgbClr val="5D2F24"/>
                </a:solidFill>
                <a:latin typeface="Calibri"/>
                <a:cs typeface="Calibri"/>
              </a:rPr>
              <a:t>book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11007821" y="5529438"/>
            <a:ext cx="177800" cy="194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 spc="-45">
                <a:solidFill>
                  <a:srgbClr val="313131"/>
                </a:solidFill>
                <a:latin typeface="Courier New"/>
                <a:cs typeface="Courier New"/>
              </a:rPr>
              <a:t>00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10767803" y="5791200"/>
            <a:ext cx="29718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340">
                <a:solidFill>
                  <a:srgbClr val="181818"/>
                </a:solidFill>
                <a:latin typeface="Courier New"/>
                <a:cs typeface="Courier New"/>
              </a:rPr>
              <a:t>labte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11691356" y="5825419"/>
            <a:ext cx="354965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-95">
                <a:solidFill>
                  <a:srgbClr val="131313"/>
                </a:solidFill>
                <a:latin typeface="Cambria"/>
                <a:cs typeface="Cambria"/>
              </a:rPr>
              <a:t>phone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12600516" y="1902882"/>
            <a:ext cx="1168400" cy="939800"/>
          </a:xfrm>
          <a:prstGeom prst="rect">
            <a:avLst/>
          </a:prstGeom>
          <a:ln w="12700">
            <a:solidFill>
              <a:srgbClr val="676767"/>
            </a:solidFill>
          </a:ln>
        </p:spPr>
        <p:txBody>
          <a:bodyPr wrap="square" lIns="0" tIns="255904" rIns="0" bIns="0" rtlCol="0" vert="horz">
            <a:spAutoFit/>
          </a:bodyPr>
          <a:lstStyle/>
          <a:p>
            <a:pPr marL="230504">
              <a:lnSpc>
                <a:spcPct val="100000"/>
              </a:lnSpc>
              <a:spcBef>
                <a:spcPts val="2014"/>
              </a:spcBef>
            </a:pPr>
            <a:r>
              <a:rPr dirty="0" sz="2200" spc="-75">
                <a:latin typeface="Cambria"/>
                <a:cs typeface="Cambria"/>
              </a:rPr>
              <a:t>|MASK]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12886143" y="2815872"/>
            <a:ext cx="67881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225">
                <a:solidFill>
                  <a:srgbClr val="565656"/>
                </a:solidFill>
                <a:latin typeface="Cambria"/>
                <a:cs typeface="Cambria"/>
              </a:rPr>
              <a:t>(U</a:t>
            </a:r>
            <a:r>
              <a:rPr dirty="0" sz="1500" spc="-65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dirty="0" sz="1500" spc="-110">
                <a:solidFill>
                  <a:srgbClr val="565656"/>
                </a:solidFill>
                <a:latin typeface="Cambria"/>
                <a:cs typeface="Cambria"/>
              </a:rPr>
              <a:t>nscer›)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9094596" y="7291564"/>
            <a:ext cx="1021080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00" spc="-80">
                <a:solidFill>
                  <a:srgbClr val="1F1F1F"/>
                </a:solidFill>
                <a:latin typeface="Cambria"/>
                <a:cs typeface="Cambria"/>
              </a:rPr>
              <a:t>c!</a:t>
            </a:r>
            <a:r>
              <a:rPr dirty="0" sz="1700" spc="-30">
                <a:solidFill>
                  <a:srgbClr val="1F1F1F"/>
                </a:solidFill>
                <a:latin typeface="Cambria"/>
                <a:cs typeface="Cambria"/>
              </a:rPr>
              <a:t> </a:t>
            </a:r>
            <a:r>
              <a:rPr dirty="0" sz="1700" spc="-225">
                <a:solidFill>
                  <a:srgbClr val="64423F"/>
                </a:solidFill>
                <a:latin typeface="Cambria"/>
                <a:cs typeface="Cambria"/>
              </a:rPr>
              <a:t>The</a:t>
            </a:r>
            <a:r>
              <a:rPr dirty="0" sz="1700" spc="85">
                <a:solidFill>
                  <a:srgbClr val="64423F"/>
                </a:solidFill>
                <a:latin typeface="Cambria"/>
                <a:cs typeface="Cambria"/>
              </a:rPr>
              <a:t> </a:t>
            </a:r>
            <a:r>
              <a:rPr dirty="0" sz="1700" spc="-175">
                <a:solidFill>
                  <a:srgbClr val="181818"/>
                </a:solidFill>
                <a:latin typeface="Cambria"/>
                <a:cs typeface="Cambria"/>
              </a:rPr>
              <a:t>phone,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9092464" y="6463241"/>
            <a:ext cx="4808220" cy="895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5875">
              <a:lnSpc>
                <a:spcPts val="1720"/>
              </a:lnSpc>
              <a:spcBef>
                <a:spcPts val="105"/>
              </a:spcBef>
            </a:pPr>
            <a:r>
              <a:rPr dirty="0" sz="1450" spc="-10">
                <a:latin typeface="Cambria"/>
                <a:cs typeface="Cambria"/>
              </a:rPr>
              <a:t>Sequence</a:t>
            </a:r>
            <a:endParaRPr sz="1450">
              <a:latin typeface="Cambria"/>
              <a:cs typeface="Cambria"/>
            </a:endParaRPr>
          </a:p>
          <a:p>
            <a:pPr marL="15240">
              <a:lnSpc>
                <a:spcPts val="1575"/>
              </a:lnSpc>
            </a:pPr>
            <a:r>
              <a:rPr dirty="0" sz="1450">
                <a:latin typeface="Cambria"/>
                <a:cs typeface="Cambria"/>
              </a:rPr>
              <a:t>Q</a:t>
            </a:r>
            <a:r>
              <a:rPr dirty="0" sz="1450" spc="409">
                <a:latin typeface="Cambria"/>
                <a:cs typeface="Cambria"/>
              </a:rPr>
              <a:t> </a:t>
            </a:r>
            <a:r>
              <a:rPr dirty="0" sz="1450" spc="-195">
                <a:latin typeface="Cambria"/>
                <a:cs typeface="Cambria"/>
              </a:rPr>
              <a:t>Y/hat</a:t>
            </a:r>
            <a:r>
              <a:rPr dirty="0" sz="1450" spc="100">
                <a:latin typeface="Cambria"/>
                <a:cs typeface="Cambria"/>
              </a:rPr>
              <a:t> </a:t>
            </a:r>
            <a:r>
              <a:rPr dirty="0" sz="1450" spc="-120">
                <a:latin typeface="Cambria"/>
                <a:cs typeface="Cambria"/>
              </a:rPr>
              <a:t>object</a:t>
            </a:r>
            <a:r>
              <a:rPr dirty="0" sz="1450" spc="110">
                <a:latin typeface="Cambria"/>
                <a:cs typeface="Cambria"/>
              </a:rPr>
              <a:t> </a:t>
            </a:r>
            <a:r>
              <a:rPr dirty="0" sz="1450" spc="-195">
                <a:latin typeface="Cambria"/>
                <a:cs typeface="Cambria"/>
              </a:rPr>
              <a:t>did</a:t>
            </a:r>
            <a:r>
              <a:rPr dirty="0" sz="1450" spc="85">
                <a:latin typeface="Cambria"/>
                <a:cs typeface="Cambria"/>
              </a:rPr>
              <a:t> </a:t>
            </a:r>
            <a:r>
              <a:rPr dirty="0" sz="1450" spc="-130">
                <a:latin typeface="Cambria"/>
                <a:cs typeface="Cambria"/>
              </a:rPr>
              <a:t>the</a:t>
            </a:r>
            <a:r>
              <a:rPr dirty="0" sz="1450" spc="35">
                <a:latin typeface="Cambria"/>
                <a:cs typeface="Cambria"/>
              </a:rPr>
              <a:t> </a:t>
            </a:r>
            <a:r>
              <a:rPr dirty="0" sz="1450" spc="-140">
                <a:latin typeface="Cambria"/>
                <a:cs typeface="Cambria"/>
              </a:rPr>
              <a:t>person</a:t>
            </a:r>
            <a:r>
              <a:rPr dirty="0" sz="1450" spc="105">
                <a:latin typeface="Cambria"/>
                <a:cs typeface="Cambria"/>
              </a:rPr>
              <a:t> </a:t>
            </a:r>
            <a:r>
              <a:rPr dirty="0" sz="1450" spc="-125">
                <a:latin typeface="Cambria"/>
                <a:cs typeface="Cambria"/>
              </a:rPr>
              <a:t>take</a:t>
            </a:r>
            <a:r>
              <a:rPr dirty="0" sz="1450" spc="20">
                <a:latin typeface="Cambria"/>
                <a:cs typeface="Cambria"/>
              </a:rPr>
              <a:t> </a:t>
            </a:r>
            <a:r>
              <a:rPr dirty="0" sz="1450" spc="-114">
                <a:latin typeface="Cambria"/>
                <a:cs typeface="Cambria"/>
              </a:rPr>
              <a:t>ever</a:t>
            </a:r>
            <a:r>
              <a:rPr dirty="0" sz="1450" spc="-5">
                <a:latin typeface="Cambria"/>
                <a:cs typeface="Cambria"/>
              </a:rPr>
              <a:t> </a:t>
            </a:r>
            <a:r>
              <a:rPr dirty="0" sz="1450" spc="-130">
                <a:solidFill>
                  <a:srgbClr val="0F0F0F"/>
                </a:solidFill>
                <a:latin typeface="Cambria"/>
                <a:cs typeface="Cambria"/>
              </a:rPr>
              <a:t>the</a:t>
            </a:r>
            <a:r>
              <a:rPr dirty="0" sz="1450" spc="3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1450" spc="-145">
                <a:latin typeface="Cambria"/>
                <a:cs typeface="Cambria"/>
              </a:rPr>
              <a:t>person</a:t>
            </a:r>
            <a:r>
              <a:rPr dirty="0" sz="1450" spc="80">
                <a:latin typeface="Cambria"/>
                <a:cs typeface="Cambria"/>
              </a:rPr>
              <a:t> </a:t>
            </a:r>
            <a:r>
              <a:rPr dirty="0" sz="1450" spc="-185">
                <a:latin typeface="Cambria"/>
                <a:cs typeface="Cambria"/>
              </a:rPr>
              <a:t>put</a:t>
            </a:r>
            <a:r>
              <a:rPr dirty="0" sz="1450" spc="90">
                <a:latin typeface="Cambria"/>
                <a:cs typeface="Cambria"/>
              </a:rPr>
              <a:t> </a:t>
            </a:r>
            <a:r>
              <a:rPr dirty="0" sz="1450" spc="-215">
                <a:latin typeface="Cambria"/>
                <a:cs typeface="Cambria"/>
              </a:rPr>
              <a:t>down</a:t>
            </a:r>
            <a:r>
              <a:rPr dirty="0" sz="1450" spc="125">
                <a:latin typeface="Cambria"/>
                <a:cs typeface="Cambria"/>
              </a:rPr>
              <a:t> </a:t>
            </a:r>
            <a:r>
              <a:rPr dirty="0" sz="1450" spc="-135">
                <a:latin typeface="Cambria"/>
                <a:cs typeface="Cambria"/>
              </a:rPr>
              <a:t>the</a:t>
            </a:r>
            <a:r>
              <a:rPr dirty="0" sz="1450" spc="60">
                <a:latin typeface="Cambria"/>
                <a:cs typeface="Cambria"/>
              </a:rPr>
              <a:t> </a:t>
            </a:r>
            <a:r>
              <a:rPr dirty="0" sz="1450" spc="-45">
                <a:latin typeface="Cambria"/>
                <a:cs typeface="Cambria"/>
              </a:rPr>
              <a:t>boäle?</a:t>
            </a:r>
            <a:endParaRPr sz="1450">
              <a:latin typeface="Cambria"/>
              <a:cs typeface="Cambria"/>
            </a:endParaRPr>
          </a:p>
          <a:p>
            <a:pPr marL="12700">
              <a:lnSpc>
                <a:spcPts val="1910"/>
              </a:lnSpc>
            </a:pPr>
            <a:r>
              <a:rPr dirty="0" sz="1800" spc="-120">
                <a:latin typeface="Cambria"/>
                <a:cs typeface="Cambria"/>
              </a:rPr>
              <a:t>D.</a:t>
            </a:r>
            <a:r>
              <a:rPr dirty="0" sz="1800" spc="-40">
                <a:latin typeface="Cambria"/>
                <a:cs typeface="Cambria"/>
              </a:rPr>
              <a:t> </a:t>
            </a:r>
            <a:r>
              <a:rPr dirty="0" sz="1800" spc="-165">
                <a:latin typeface="Cambria"/>
                <a:cs typeface="Cambria"/>
              </a:rPr>
              <a:t>[0).</a:t>
            </a:r>
            <a:r>
              <a:rPr dirty="0" sz="1800" spc="35">
                <a:latin typeface="Cambria"/>
                <a:cs typeface="Cambria"/>
              </a:rPr>
              <a:t> </a:t>
            </a:r>
            <a:r>
              <a:rPr dirty="0" sz="1800" spc="375">
                <a:latin typeface="Cambria"/>
                <a:cs typeface="Cambria"/>
              </a:rPr>
              <a:t>S.R.P.</a:t>
            </a:r>
            <a:r>
              <a:rPr dirty="0" sz="1800" spc="-155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V</a:t>
            </a:r>
            <a:r>
              <a:rPr dirty="0" sz="1800" spc="165">
                <a:latin typeface="Cambria"/>
                <a:cs typeface="Cambria"/>
              </a:rPr>
              <a:t> </a:t>
            </a:r>
            <a:r>
              <a:rPr dirty="0" sz="1800" spc="-25">
                <a:latin typeface="Cambria"/>
                <a:cs typeface="Cambria"/>
              </a:rPr>
              <a:t>0]</a:t>
            </a:r>
            <a:endParaRPr sz="1800">
              <a:latin typeface="Cambria"/>
              <a:cs typeface="Cambria"/>
            </a:endParaRPr>
          </a:p>
          <a:p>
            <a:pPr marL="2371090">
              <a:lnSpc>
                <a:spcPts val="1635"/>
              </a:lnSpc>
            </a:pPr>
            <a:r>
              <a:rPr dirty="0" sz="1450" spc="-45">
                <a:solidFill>
                  <a:srgbClr val="282828"/>
                </a:solidFill>
                <a:latin typeface="Cambria"/>
                <a:cs typeface="Cambria"/>
              </a:rPr>
              <a:t>b:</a:t>
            </a:r>
            <a:r>
              <a:rPr dirty="0" sz="1450" spc="-4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dirty="0" sz="1450" spc="-35">
                <a:solidFill>
                  <a:srgbClr val="957070"/>
                </a:solidFill>
                <a:latin typeface="Cambria"/>
                <a:cs typeface="Cambria"/>
              </a:rPr>
              <a:t>The</a:t>
            </a:r>
            <a:r>
              <a:rPr dirty="0" sz="1450" spc="30">
                <a:solidFill>
                  <a:srgbClr val="957070"/>
                </a:solidFill>
                <a:latin typeface="Cambria"/>
                <a:cs typeface="Cambria"/>
              </a:rPr>
              <a:t> </a:t>
            </a:r>
            <a:r>
              <a:rPr dirty="0" sz="1450" spc="-10">
                <a:solidFill>
                  <a:srgbClr val="232323"/>
                </a:solidFill>
                <a:latin typeface="Cambria"/>
                <a:cs typeface="Cambria"/>
              </a:rPr>
              <a:t>towel.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11445001" y="7315552"/>
            <a:ext cx="9245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65">
                <a:solidFill>
                  <a:srgbClr val="1C1C1C"/>
                </a:solidFill>
                <a:latin typeface="Cambria"/>
                <a:cs typeface="Cambria"/>
              </a:rPr>
              <a:t>d:</a:t>
            </a:r>
            <a:r>
              <a:rPr dirty="0" sz="1600" spc="-20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dirty="0" sz="1600" spc="-195">
                <a:solidFill>
                  <a:srgbClr val="262626"/>
                </a:solidFill>
                <a:latin typeface="Cambria"/>
                <a:cs typeface="Cambria"/>
              </a:rPr>
              <a:t>The</a:t>
            </a:r>
            <a:r>
              <a:rPr dirty="0" sz="1600" spc="105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dirty="0" sz="1600" spc="-110">
                <a:solidFill>
                  <a:srgbClr val="745249"/>
                </a:solidFill>
                <a:latin typeface="Cambria"/>
                <a:cs typeface="Cambria"/>
              </a:rPr>
              <a:t>table.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9093692" y="7701844"/>
            <a:ext cx="4910455" cy="7346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495">
              <a:lnSpc>
                <a:spcPts val="2155"/>
              </a:lnSpc>
              <a:spcBef>
                <a:spcPts val="105"/>
              </a:spcBef>
            </a:pPr>
            <a:r>
              <a:rPr dirty="0" sz="1800" spc="-90">
                <a:latin typeface="Cambria"/>
                <a:cs typeface="Cambria"/>
              </a:rPr>
              <a:t>Feasibility</a:t>
            </a:r>
            <a:endParaRPr sz="1800">
              <a:latin typeface="Cambria"/>
              <a:cs typeface="Cambria"/>
            </a:endParaRPr>
          </a:p>
          <a:p>
            <a:pPr marL="14604">
              <a:lnSpc>
                <a:spcPts val="1405"/>
              </a:lnSpc>
            </a:pPr>
            <a:r>
              <a:rPr dirty="0" sz="1350">
                <a:solidFill>
                  <a:srgbClr val="0F0F0F"/>
                </a:solidFill>
                <a:latin typeface="Cambria"/>
                <a:cs typeface="Cambria"/>
              </a:rPr>
              <a:t>Q.</a:t>
            </a:r>
            <a:r>
              <a:rPr dirty="0" sz="1350" spc="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1350">
                <a:latin typeface="Cambria"/>
                <a:cs typeface="Cambria"/>
              </a:rPr>
              <a:t>Wİth</a:t>
            </a:r>
            <a:r>
              <a:rPr dirty="0" sz="1350" spc="35">
                <a:latin typeface="Cambria"/>
                <a:cs typeface="Cambria"/>
              </a:rPr>
              <a:t> </a:t>
            </a:r>
            <a:r>
              <a:rPr dirty="0" sz="1350" spc="-105">
                <a:latin typeface="Cambria"/>
                <a:cs typeface="Cambria"/>
              </a:rPr>
              <a:t>CŁj¢ct</a:t>
            </a:r>
            <a:r>
              <a:rPr dirty="0" sz="1350" spc="15">
                <a:latin typeface="Cambria"/>
                <a:cs typeface="Cambria"/>
              </a:rPr>
              <a:t> </a:t>
            </a:r>
            <a:r>
              <a:rPr dirty="0" sz="1350" spc="-35">
                <a:latin typeface="Cambria"/>
                <a:cs typeface="Cambria"/>
              </a:rPr>
              <a:t>İs</a:t>
            </a:r>
            <a:r>
              <a:rPr dirty="0" sz="1350" spc="10">
                <a:latin typeface="Cambria"/>
                <a:cs typeface="Cambria"/>
              </a:rPr>
              <a:t> </a:t>
            </a:r>
            <a:r>
              <a:rPr dirty="0" sz="1350" spc="-35">
                <a:latin typeface="Cambria"/>
                <a:cs typeface="Cambria"/>
              </a:rPr>
              <a:t>øSSiŁle</a:t>
            </a:r>
            <a:r>
              <a:rPr dirty="0" sz="1350" spc="90"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F1F1F"/>
                </a:solidFill>
                <a:latin typeface="Cambria"/>
                <a:cs typeface="Cambria"/>
              </a:rPr>
              <a:t>ß</a:t>
            </a:r>
            <a:r>
              <a:rPr dirty="0" sz="1350" spc="280">
                <a:solidFill>
                  <a:srgbClr val="1F1F1F"/>
                </a:solidFill>
                <a:latin typeface="Cambria"/>
                <a:cs typeface="Cambria"/>
              </a:rPr>
              <a:t> </a:t>
            </a:r>
            <a:r>
              <a:rPr dirty="0" sz="1350" spc="-140">
                <a:latin typeface="Cambria"/>
                <a:cs typeface="Cambria"/>
              </a:rPr>
              <a:t>Łe</a:t>
            </a:r>
            <a:r>
              <a:rPr dirty="0" sz="1350" spc="40">
                <a:latin typeface="Cambria"/>
                <a:cs typeface="Cambria"/>
              </a:rPr>
              <a:t> </a:t>
            </a:r>
            <a:r>
              <a:rPr dirty="0" sz="1350" spc="-135">
                <a:latin typeface="Cambria"/>
                <a:cs typeface="Cambria"/>
              </a:rPr>
              <a:t>l00Ł</a:t>
            </a:r>
            <a:r>
              <a:rPr dirty="0" sz="1350" spc="20">
                <a:latin typeface="Cambria"/>
                <a:cs typeface="Cambria"/>
              </a:rPr>
              <a:t> </a:t>
            </a:r>
            <a:r>
              <a:rPr dirty="0" sz="1350" spc="-155">
                <a:latin typeface="Cambria"/>
                <a:cs typeface="Cambria"/>
              </a:rPr>
              <a:t>when</a:t>
            </a:r>
            <a:r>
              <a:rPr dirty="0" sz="1350" spc="85">
                <a:latin typeface="Cambria"/>
                <a:cs typeface="Cambria"/>
              </a:rPr>
              <a:t> </a:t>
            </a:r>
            <a:r>
              <a:rPr dirty="0" sz="1350" spc="-125">
                <a:latin typeface="Cambria"/>
                <a:cs typeface="Cambria"/>
              </a:rPr>
              <a:t>the</a:t>
            </a:r>
            <a:r>
              <a:rPr dirty="0" sz="1350" spc="30">
                <a:latin typeface="Cambria"/>
                <a:cs typeface="Cambria"/>
              </a:rPr>
              <a:t> </a:t>
            </a:r>
            <a:r>
              <a:rPr dirty="0" sz="1350" spc="-90">
                <a:solidFill>
                  <a:srgbClr val="0E0E0E"/>
                </a:solidFill>
                <a:latin typeface="Cambria"/>
                <a:cs typeface="Cambria"/>
              </a:rPr>
              <a:t>şel90n</a:t>
            </a:r>
            <a:r>
              <a:rPr dirty="0" sz="1350" spc="80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dirty="0" sz="1350" spc="-90">
                <a:solidFill>
                  <a:srgbClr val="212121"/>
                </a:solidFill>
                <a:latin typeface="Cambria"/>
                <a:cs typeface="Cambria"/>
              </a:rPr>
              <a:t>is</a:t>
            </a:r>
            <a:r>
              <a:rPr dirty="0" sz="1350" spc="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1350" spc="-145">
                <a:solidFill>
                  <a:srgbClr val="0E0E0E"/>
                </a:solidFill>
                <a:latin typeface="Cambria"/>
                <a:cs typeface="Cambria"/>
              </a:rPr>
              <a:t>in</a:t>
            </a:r>
            <a:r>
              <a:rPr dirty="0" sz="1350" spc="15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dirty="0" sz="1350" spc="-145">
                <a:latin typeface="Cambria"/>
                <a:cs typeface="Cambria"/>
              </a:rPr>
              <a:t>I</a:t>
            </a:r>
            <a:r>
              <a:rPr dirty="0" sz="1350" spc="45">
                <a:latin typeface="Cambria"/>
                <a:cs typeface="Cambria"/>
              </a:rPr>
              <a:t> </a:t>
            </a:r>
            <a:r>
              <a:rPr dirty="0" sz="1350" spc="-195">
                <a:latin typeface="Cambria"/>
                <a:cs typeface="Cambria"/>
              </a:rPr>
              <a:t>Out</a:t>
            </a:r>
            <a:r>
              <a:rPr dirty="0" sz="1350" spc="-15">
                <a:latin typeface="Cambria"/>
                <a:cs typeface="Cambria"/>
              </a:rPr>
              <a:t> </a:t>
            </a:r>
            <a:r>
              <a:rPr dirty="0" sz="1350" spc="-60">
                <a:latin typeface="Cambria"/>
                <a:cs typeface="Cambria"/>
              </a:rPr>
              <a:t>Ofthč</a:t>
            </a:r>
            <a:r>
              <a:rPr dirty="0" sz="1350" spc="140">
                <a:latin typeface="Cambria"/>
                <a:cs typeface="Cambria"/>
              </a:rPr>
              <a:t> </a:t>
            </a:r>
            <a:r>
              <a:rPr dirty="0" sz="1350" spc="-25">
                <a:latin typeface="Cambria"/>
                <a:cs typeface="Cambria"/>
              </a:rPr>
              <a:t>łdŁle?</a:t>
            </a:r>
            <a:endParaRPr sz="1350">
              <a:latin typeface="Cambria"/>
              <a:cs typeface="Cambria"/>
            </a:endParaRPr>
          </a:p>
          <a:p>
            <a:pPr marL="12700">
              <a:lnSpc>
                <a:spcPts val="2010"/>
              </a:lnSpc>
            </a:pPr>
            <a:r>
              <a:rPr dirty="0" sz="1850">
                <a:latin typeface="Cambria"/>
                <a:cs typeface="Cambria"/>
              </a:rPr>
              <a:t>o.</a:t>
            </a:r>
            <a:r>
              <a:rPr dirty="0" sz="1850" spc="-105">
                <a:latin typeface="Cambria"/>
                <a:cs typeface="Cambria"/>
              </a:rPr>
              <a:t> </a:t>
            </a:r>
            <a:r>
              <a:rPr dirty="0" sz="1850" spc="65">
                <a:latin typeface="Cambria"/>
                <a:cs typeface="Cambria"/>
              </a:rPr>
              <a:t>¡0,</a:t>
            </a:r>
            <a:r>
              <a:rPr dirty="0" sz="1850" spc="-105">
                <a:latin typeface="Cambria"/>
                <a:cs typeface="Cambria"/>
              </a:rPr>
              <a:t> </a:t>
            </a:r>
            <a:r>
              <a:rPr dirty="0" sz="1850">
                <a:latin typeface="Cambria"/>
                <a:cs typeface="Cambria"/>
              </a:rPr>
              <a:t>S.</a:t>
            </a:r>
            <a:r>
              <a:rPr dirty="0" sz="1850" spc="135">
                <a:latin typeface="Cambria"/>
                <a:cs typeface="Cambria"/>
              </a:rPr>
              <a:t> </a:t>
            </a:r>
            <a:r>
              <a:rPr dirty="0" sz="1850">
                <a:latin typeface="Cambria"/>
                <a:cs typeface="Cambria"/>
              </a:rPr>
              <a:t>P</a:t>
            </a:r>
            <a:r>
              <a:rPr dirty="0" sz="1850" spc="235">
                <a:latin typeface="Cambria"/>
                <a:cs typeface="Cambria"/>
              </a:rPr>
              <a:t> </a:t>
            </a:r>
            <a:r>
              <a:rPr dirty="0" sz="1850" spc="-180">
                <a:latin typeface="Cambria"/>
                <a:cs typeface="Cambria"/>
              </a:rPr>
              <a:t>V,</a:t>
            </a:r>
            <a:r>
              <a:rPr dirty="0" sz="1850" spc="-45">
                <a:latin typeface="Cambria"/>
                <a:cs typeface="Cambria"/>
              </a:rPr>
              <a:t> </a:t>
            </a:r>
            <a:r>
              <a:rPr dirty="0" sz="1850" spc="-55">
                <a:latin typeface="Cambria"/>
                <a:cs typeface="Cambria"/>
              </a:rPr>
              <a:t>8_R</a:t>
            </a:r>
            <a:r>
              <a:rPr dirty="0" sz="1850" spc="305">
                <a:latin typeface="Cambria"/>
                <a:cs typeface="Cambria"/>
              </a:rPr>
              <a:t> </a:t>
            </a:r>
            <a:r>
              <a:rPr dirty="0" sz="1850" spc="-180">
                <a:latin typeface="Cambria"/>
                <a:cs typeface="Cambria"/>
              </a:rPr>
              <a:t>V,</a:t>
            </a:r>
            <a:r>
              <a:rPr dirty="0" sz="1850" spc="-60">
                <a:latin typeface="Cambria"/>
                <a:cs typeface="Cambria"/>
              </a:rPr>
              <a:t> </a:t>
            </a:r>
            <a:r>
              <a:rPr dirty="0" sz="1850" spc="-25">
                <a:latin typeface="Cambria"/>
                <a:cs typeface="Cambria"/>
              </a:rPr>
              <a:t>0)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9097286" y="8358364"/>
            <a:ext cx="990600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00" spc="-35">
                <a:solidFill>
                  <a:srgbClr val="360E0E"/>
                </a:solidFill>
                <a:latin typeface="Cambria"/>
                <a:cs typeface="Cambria"/>
              </a:rPr>
              <a:t>a.</a:t>
            </a:r>
            <a:r>
              <a:rPr dirty="0" sz="1700" spc="-85">
                <a:solidFill>
                  <a:srgbClr val="360E0E"/>
                </a:solidFill>
                <a:latin typeface="Cambria"/>
                <a:cs typeface="Cambria"/>
              </a:rPr>
              <a:t> </a:t>
            </a:r>
            <a:r>
              <a:rPr dirty="0" sz="1700" spc="-195">
                <a:solidFill>
                  <a:srgbClr val="522426"/>
                </a:solidFill>
                <a:latin typeface="Cambria"/>
                <a:cs typeface="Cambria"/>
              </a:rPr>
              <a:t>The</a:t>
            </a:r>
            <a:r>
              <a:rPr dirty="0" sz="1700" spc="105">
                <a:solidFill>
                  <a:srgbClr val="522426"/>
                </a:solidFill>
                <a:latin typeface="Cambria"/>
                <a:cs typeface="Cambria"/>
              </a:rPr>
              <a:t> </a:t>
            </a:r>
            <a:r>
              <a:rPr dirty="0" sz="1700" spc="-204">
                <a:solidFill>
                  <a:srgbClr val="232323"/>
                </a:solidFill>
                <a:latin typeface="Cambria"/>
                <a:cs typeface="Cambria"/>
              </a:rPr>
              <a:t>phone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11435888" y="8376002"/>
            <a:ext cx="944244" cy="485140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20955" marR="5080" indent="-8890">
              <a:lnSpc>
                <a:spcPts val="1700"/>
              </a:lnSpc>
              <a:spcBef>
                <a:spcPts val="335"/>
              </a:spcBef>
            </a:pPr>
            <a:r>
              <a:rPr dirty="0" sz="1600" spc="-215">
                <a:solidFill>
                  <a:srgbClr val="282828"/>
                </a:solidFill>
                <a:latin typeface="Lucida Sans Unicode"/>
                <a:cs typeface="Lucida Sans Unicode"/>
              </a:rPr>
              <a:t>b:</a:t>
            </a:r>
            <a:r>
              <a:rPr dirty="0" sz="1600" spc="-6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225">
                <a:solidFill>
                  <a:srgbClr val="282828"/>
                </a:solidFill>
                <a:latin typeface="Lucida Sans Unicode"/>
                <a:cs typeface="Lucida Sans Unicode"/>
              </a:rPr>
              <a:t>The</a:t>
            </a:r>
            <a:r>
              <a:rPr dirty="0" sz="1600" spc="-190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200">
                <a:solidFill>
                  <a:srgbClr val="4B2624"/>
                </a:solidFill>
                <a:latin typeface="Lucida Sans Unicode"/>
                <a:cs typeface="Lucida Sans Unicode"/>
              </a:rPr>
              <a:t>bone </a:t>
            </a:r>
            <a:r>
              <a:rPr dirty="0" sz="1600" spc="-245">
                <a:solidFill>
                  <a:srgbClr val="1F1F1F"/>
                </a:solidFill>
                <a:latin typeface="Lucida Sans Unicode"/>
                <a:cs typeface="Lucida Sans Unicode"/>
              </a:rPr>
              <a:t>d!</a:t>
            </a:r>
            <a:r>
              <a:rPr dirty="0" sz="1600" spc="-75">
                <a:solidFill>
                  <a:srgbClr val="1F1F1F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225">
                <a:solidFill>
                  <a:srgbClr val="7E504B"/>
                </a:solidFill>
                <a:latin typeface="Lucida Sans Unicode"/>
                <a:cs typeface="Lucida Sans Unicode"/>
              </a:rPr>
              <a:t>The</a:t>
            </a:r>
            <a:r>
              <a:rPr dirty="0" sz="1600" spc="-185">
                <a:solidFill>
                  <a:srgbClr val="7E504B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285">
                <a:solidFill>
                  <a:srgbClr val="421C16"/>
                </a:solidFill>
                <a:latin typeface="Lucida Sans Unicode"/>
                <a:cs typeface="Lucida Sans Unicode"/>
              </a:rPr>
              <a:t>bag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16114217" y="9413522"/>
            <a:ext cx="122682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latin typeface="Cambria"/>
                <a:cs typeface="Cambria"/>
              </a:rPr>
              <a:t>W</a:t>
            </a:r>
            <a:r>
              <a:rPr dirty="0" sz="1500" spc="195">
                <a:latin typeface="Cambria"/>
                <a:cs typeface="Cambria"/>
              </a:rPr>
              <a:t> </a:t>
            </a:r>
            <a:r>
              <a:rPr dirty="0" sz="1500" spc="-70">
                <a:latin typeface="Cambria"/>
                <a:cs typeface="Cambria"/>
              </a:rPr>
              <a:t>NotebaokLM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39500" y="2006600"/>
            <a:ext cx="5321300" cy="71501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9800" y="698500"/>
            <a:ext cx="2413000" cy="5969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00500" y="698500"/>
            <a:ext cx="3238500" cy="5969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42800" y="698500"/>
            <a:ext cx="1727200" cy="596900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2781300" y="8811683"/>
            <a:ext cx="194945" cy="0"/>
          </a:xfrm>
          <a:custGeom>
            <a:avLst/>
            <a:gdLst/>
            <a:ahLst/>
            <a:cxnLst/>
            <a:rect l="l" t="t" r="r" b="b"/>
            <a:pathLst>
              <a:path w="194944" h="0">
                <a:moveTo>
                  <a:pt x="0" y="0"/>
                </a:moveTo>
                <a:lnTo>
                  <a:pt x="194733" y="0"/>
                </a:lnTo>
              </a:path>
            </a:pathLst>
          </a:custGeom>
          <a:ln w="29633">
            <a:solidFill>
              <a:srgbClr val="1C1C18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2781300" y="8631766"/>
            <a:ext cx="194945" cy="194945"/>
            <a:chOff x="2781300" y="8631766"/>
            <a:chExt cx="194945" cy="194945"/>
          </a:xfrm>
        </p:grpSpPr>
        <p:sp>
          <p:nvSpPr>
            <p:cNvPr id="8" name="object 8" descr=""/>
            <p:cNvSpPr/>
            <p:nvPr/>
          </p:nvSpPr>
          <p:spPr>
            <a:xfrm>
              <a:off x="2781300" y="8631766"/>
              <a:ext cx="194945" cy="194945"/>
            </a:xfrm>
            <a:custGeom>
              <a:avLst/>
              <a:gdLst/>
              <a:ahLst/>
              <a:cxnLst/>
              <a:rect l="l" t="t" r="r" b="b"/>
              <a:pathLst>
                <a:path w="194944" h="194945">
                  <a:moveTo>
                    <a:pt x="0" y="14816"/>
                  </a:moveTo>
                  <a:lnTo>
                    <a:pt x="194733" y="14816"/>
                  </a:lnTo>
                </a:path>
                <a:path w="194944" h="194945">
                  <a:moveTo>
                    <a:pt x="14816" y="194733"/>
                  </a:moveTo>
                  <a:lnTo>
                    <a:pt x="14816" y="0"/>
                  </a:lnTo>
                </a:path>
              </a:pathLst>
            </a:custGeom>
            <a:ln w="29633">
              <a:solidFill>
                <a:srgbClr val="1C1C1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961216" y="8631766"/>
              <a:ext cx="0" cy="194945"/>
            </a:xfrm>
            <a:custGeom>
              <a:avLst/>
              <a:gdLst/>
              <a:ahLst/>
              <a:cxnLst/>
              <a:rect l="l" t="t" r="r" b="b"/>
              <a:pathLst>
                <a:path w="0" h="194945">
                  <a:moveTo>
                    <a:pt x="0" y="194733"/>
                  </a:moveTo>
                  <a:lnTo>
                    <a:pt x="0" y="0"/>
                  </a:lnTo>
                </a:path>
              </a:pathLst>
            </a:custGeom>
            <a:ln w="29633">
              <a:solidFill>
                <a:srgbClr val="1C1C1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5200" y="4406900"/>
            <a:ext cx="3352800" cy="26670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70000" y="4787900"/>
            <a:ext cx="2641600" cy="26670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70000" y="3492500"/>
            <a:ext cx="3022600" cy="26035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70000" y="3860800"/>
            <a:ext cx="596900" cy="25400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842000" y="6565900"/>
            <a:ext cx="4940300" cy="495300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1004073" y="2357613"/>
            <a:ext cx="2287905" cy="480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094864" algn="l"/>
              </a:tabLst>
            </a:pPr>
            <a:r>
              <a:rPr dirty="0" sz="2950">
                <a:latin typeface="Calibri"/>
                <a:cs typeface="Calibri"/>
              </a:rPr>
              <a:t>(High-</a:t>
            </a:r>
            <a:r>
              <a:rPr dirty="0" sz="2950" spc="-10">
                <a:latin typeface="Calibri"/>
                <a:cs typeface="Calibri"/>
              </a:rPr>
              <a:t>Value)</a:t>
            </a:r>
            <a:r>
              <a:rPr dirty="0" sz="2950">
                <a:latin typeface="Calibri"/>
                <a:cs typeface="Calibri"/>
              </a:rPr>
              <a:t>	</a:t>
            </a:r>
            <a:r>
              <a:rPr dirty="0" sz="2950" spc="-50">
                <a:latin typeface="Calibri"/>
                <a:cs typeface="Calibri"/>
              </a:rPr>
              <a:t>?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6801484">
              <a:lnSpc>
                <a:spcPct val="100000"/>
              </a:lnSpc>
              <a:spcBef>
                <a:spcPts val="90"/>
              </a:spcBef>
            </a:pPr>
            <a:r>
              <a:rPr dirty="0" sz="7300" spc="-1150">
                <a:solidFill>
                  <a:srgbClr val="383838"/>
                </a:solidFill>
                <a:latin typeface="Calibri"/>
                <a:cs typeface="Calibri"/>
              </a:rPr>
              <a:t>%›f*/f&amp;gAiy,Lew</a:t>
            </a:r>
            <a:endParaRPr sz="73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524127" y="2339975"/>
            <a:ext cx="4057650" cy="501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100">
                <a:latin typeface="Calibri"/>
                <a:cs typeface="Calibri"/>
              </a:rPr>
              <a:t>(High-Risk/Complexity)</a:t>
            </a:r>
            <a:r>
              <a:rPr dirty="0" sz="3100" spc="295">
                <a:latin typeface="Calibri"/>
                <a:cs typeface="Calibri"/>
              </a:rPr>
              <a:t> </a:t>
            </a:r>
            <a:r>
              <a:rPr dirty="0" sz="3100" spc="50">
                <a:latin typeface="Calibri"/>
                <a:cs typeface="Calibri"/>
              </a:rPr>
              <a:t>?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122639" y="3579988"/>
            <a:ext cx="4788535" cy="21488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10"/>
              </a:spcBef>
              <a:tabLst>
                <a:tab pos="1426845" algn="l"/>
              </a:tabLst>
            </a:pPr>
            <a:r>
              <a:rPr dirty="0" sz="2350" spc="-10">
                <a:latin typeface="Calibri"/>
                <a:cs typeface="Calibri"/>
              </a:rPr>
              <a:t>i/¿@@fgC</a:t>
            </a:r>
            <a:r>
              <a:rPr dirty="0" sz="2350">
                <a:latin typeface="Calibri"/>
                <a:cs typeface="Calibri"/>
              </a:rPr>
              <a:t>	</a:t>
            </a:r>
            <a:r>
              <a:rPr dirty="0" sz="2350" spc="-100">
                <a:latin typeface="Calibri"/>
                <a:cs typeface="Calibri"/>
              </a:rPr>
              <a:t>(Drastic</a:t>
            </a:r>
            <a:r>
              <a:rPr dirty="0" sz="2350" spc="5">
                <a:latin typeface="Calibri"/>
                <a:cs typeface="Calibri"/>
              </a:rPr>
              <a:t> </a:t>
            </a:r>
            <a:r>
              <a:rPr dirty="0" sz="2350" spc="-60">
                <a:latin typeface="Calibri"/>
                <a:cs typeface="Calibri"/>
              </a:rPr>
              <a:t>Lighting</a:t>
            </a:r>
            <a:r>
              <a:rPr dirty="0" sz="2350" spc="-45">
                <a:latin typeface="Calibri"/>
                <a:cs typeface="Calibri"/>
              </a:rPr>
              <a:t> </a:t>
            </a:r>
            <a:r>
              <a:rPr dirty="0" sz="2350" spc="-10">
                <a:latin typeface="Calibri"/>
                <a:cs typeface="Calibri"/>
              </a:rPr>
              <a:t>Changes)</a:t>
            </a:r>
            <a:endParaRPr sz="2350">
              <a:latin typeface="Calibri"/>
              <a:cs typeface="Calibri"/>
            </a:endParaRPr>
          </a:p>
          <a:p>
            <a:pPr marL="12700" marR="5080" indent="25400">
              <a:lnSpc>
                <a:spcPct val="167600"/>
              </a:lnSpc>
              <a:spcBef>
                <a:spcPts val="15"/>
              </a:spcBef>
              <a:tabLst>
                <a:tab pos="945515" algn="l"/>
                <a:tab pos="1035685" algn="l"/>
                <a:tab pos="1668780" algn="l"/>
              </a:tabLst>
            </a:pPr>
            <a:r>
              <a:rPr dirty="0" sz="2300" spc="-10">
                <a:latin typeface="Calibri"/>
                <a:cs typeface="Calibri"/>
              </a:rPr>
              <a:t>@@iItt</a:t>
            </a:r>
            <a:r>
              <a:rPr dirty="0" sz="2300">
                <a:latin typeface="Calibri"/>
                <a:cs typeface="Calibri"/>
              </a:rPr>
              <a:t>		</a:t>
            </a:r>
            <a:r>
              <a:rPr dirty="0" sz="2300" spc="-285">
                <a:latin typeface="Calibri"/>
                <a:cs typeface="Calibri"/>
              </a:rPr>
              <a:t>§§l</a:t>
            </a:r>
            <a:r>
              <a:rPr dirty="0" sz="2300">
                <a:latin typeface="Calibri"/>
                <a:cs typeface="Calibri"/>
              </a:rPr>
              <a:t>	</a:t>
            </a:r>
            <a:r>
              <a:rPr dirty="0" sz="2300" spc="-80">
                <a:latin typeface="Calibri"/>
                <a:cs typeface="Calibri"/>
              </a:rPr>
              <a:t>(Frequent</a:t>
            </a:r>
            <a:r>
              <a:rPr dirty="0" sz="2300" spc="15">
                <a:latin typeface="Calibri"/>
                <a:cs typeface="Calibri"/>
              </a:rPr>
              <a:t> </a:t>
            </a:r>
            <a:r>
              <a:rPr dirty="0" sz="2300" spc="-85">
                <a:latin typeface="Calibri"/>
                <a:cs typeface="Calibri"/>
              </a:rPr>
              <a:t>Object</a:t>
            </a:r>
            <a:r>
              <a:rPr dirty="0" sz="2300" spc="-50">
                <a:latin typeface="Calibri"/>
                <a:cs typeface="Calibri"/>
              </a:rPr>
              <a:t> </a:t>
            </a:r>
            <a:r>
              <a:rPr dirty="0" sz="2300" spc="-65">
                <a:latin typeface="Calibri"/>
                <a:cs typeface="Calibri"/>
              </a:rPr>
              <a:t>Occlusion) </a:t>
            </a:r>
            <a:r>
              <a:rPr dirty="0" sz="2300" spc="-10">
                <a:latin typeface="Calibri"/>
                <a:cs typeface="Calibri"/>
              </a:rPr>
              <a:t>f?§§,g</a:t>
            </a:r>
            <a:r>
              <a:rPr dirty="0" sz="2300">
                <a:latin typeface="Calibri"/>
                <a:cs typeface="Calibri"/>
              </a:rPr>
              <a:t>	I@@</a:t>
            </a:r>
            <a:r>
              <a:rPr dirty="0" sz="2300" spc="325">
                <a:latin typeface="Calibri"/>
                <a:cs typeface="Calibri"/>
              </a:rPr>
              <a:t> </a:t>
            </a:r>
            <a:r>
              <a:rPr dirty="0" sz="2300" spc="-75">
                <a:latin typeface="Calibri"/>
                <a:cs typeface="Calibri"/>
              </a:rPr>
              <a:t>(Diverse</a:t>
            </a:r>
            <a:r>
              <a:rPr dirty="0" sz="2300">
                <a:latin typeface="Calibri"/>
                <a:cs typeface="Calibri"/>
              </a:rPr>
              <a:t> </a:t>
            </a:r>
            <a:r>
              <a:rPr dirty="0" sz="2300" spc="-165">
                <a:latin typeface="Calibri"/>
                <a:cs typeface="Calibri"/>
              </a:rPr>
              <a:t>Work</a:t>
            </a:r>
            <a:r>
              <a:rPr dirty="0" sz="2300" spc="-10">
                <a:latin typeface="Calibri"/>
                <a:cs typeface="Calibri"/>
              </a:rPr>
              <a:t> Activities) </a:t>
            </a:r>
            <a:r>
              <a:rPr dirty="0" sz="2300" spc="204">
                <a:latin typeface="Calibri"/>
                <a:cs typeface="Calibri"/>
              </a:rPr>
              <a:t>@fâ6@@6</a:t>
            </a:r>
            <a:r>
              <a:rPr dirty="0" sz="2300">
                <a:latin typeface="Calibri"/>
                <a:cs typeface="Calibri"/>
              </a:rPr>
              <a:t>	</a:t>
            </a:r>
            <a:r>
              <a:rPr dirty="0" sz="2300" spc="-65">
                <a:latin typeface="Calibri"/>
                <a:cs typeface="Calibri"/>
              </a:rPr>
              <a:t>(Severe</a:t>
            </a:r>
            <a:r>
              <a:rPr dirty="0" sz="2300">
                <a:latin typeface="Calibri"/>
                <a:cs typeface="Calibri"/>
              </a:rPr>
              <a:t> </a:t>
            </a:r>
            <a:r>
              <a:rPr dirty="0" sz="2300" spc="-80">
                <a:latin typeface="Calibri"/>
                <a:cs typeface="Calibri"/>
              </a:rPr>
              <a:t>Noise</a:t>
            </a:r>
            <a:r>
              <a:rPr dirty="0" sz="2300" spc="-55">
                <a:latin typeface="Calibri"/>
                <a:cs typeface="Calibri"/>
              </a:rPr>
              <a:t> </a:t>
            </a:r>
            <a:r>
              <a:rPr dirty="0" sz="2300" spc="-40">
                <a:latin typeface="Calibri"/>
                <a:cs typeface="Calibri"/>
              </a:rPr>
              <a:t>Interference)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33406" y="7915275"/>
            <a:ext cx="6875145" cy="501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139315" algn="l"/>
              </a:tabLst>
            </a:pPr>
            <a:r>
              <a:rPr dirty="0" sz="3100" spc="175">
                <a:latin typeface="Calibri"/>
                <a:cs typeface="Calibri"/>
              </a:rPr>
              <a:t>tf!J@UUt£</a:t>
            </a:r>
            <a:r>
              <a:rPr dirty="0" sz="3100">
                <a:latin typeface="Calibri"/>
                <a:cs typeface="Calibri"/>
              </a:rPr>
              <a:t>	(The</a:t>
            </a:r>
            <a:r>
              <a:rPr dirty="0" sz="3100" spc="-175">
                <a:latin typeface="Calibri"/>
                <a:cs typeface="Calibri"/>
              </a:rPr>
              <a:t> </a:t>
            </a:r>
            <a:r>
              <a:rPr dirty="0" sz="3100" spc="-45">
                <a:latin typeface="Calibri"/>
                <a:cs typeface="Calibri"/>
              </a:rPr>
              <a:t>First-</a:t>
            </a:r>
            <a:r>
              <a:rPr dirty="0" sz="3100">
                <a:latin typeface="Calibri"/>
                <a:cs typeface="Calibri"/>
              </a:rPr>
              <a:t>Person</a:t>
            </a:r>
            <a:r>
              <a:rPr dirty="0" sz="3100" spc="-65">
                <a:latin typeface="Calibri"/>
                <a:cs typeface="Calibri"/>
              </a:rPr>
              <a:t> </a:t>
            </a:r>
            <a:r>
              <a:rPr dirty="0" sz="3100" spc="-10">
                <a:latin typeface="Calibri"/>
                <a:cs typeface="Calibri"/>
              </a:rPr>
              <a:t>Perspective)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6110774" y="9422341"/>
            <a:ext cx="1232535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>
                <a:latin typeface="Calibri"/>
                <a:cs typeface="Calibri"/>
              </a:rPr>
              <a:t>W</a:t>
            </a:r>
            <a:r>
              <a:rPr dirty="0" sz="1450" spc="285">
                <a:latin typeface="Calibri"/>
                <a:cs typeface="Calibri"/>
              </a:rPr>
              <a:t> </a:t>
            </a:r>
            <a:r>
              <a:rPr dirty="0" sz="1450" spc="-10">
                <a:latin typeface="Calibri"/>
                <a:cs typeface="Calibri"/>
              </a:rPr>
              <a:t>NotebookLM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0600" y="2984500"/>
            <a:ext cx="2057400" cy="21971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34300" y="2971800"/>
            <a:ext cx="2209800" cy="22098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58800" y="2971800"/>
            <a:ext cx="1879600" cy="21971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6000" y="838200"/>
            <a:ext cx="2578100" cy="6604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004800" y="850900"/>
            <a:ext cx="1816100" cy="635000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7340600" y="5814483"/>
            <a:ext cx="321945" cy="0"/>
          </a:xfrm>
          <a:custGeom>
            <a:avLst/>
            <a:gdLst/>
            <a:ahLst/>
            <a:cxnLst/>
            <a:rect l="l" t="t" r="r" b="b"/>
            <a:pathLst>
              <a:path w="321945" h="0">
                <a:moveTo>
                  <a:pt x="0" y="0"/>
                </a:moveTo>
                <a:lnTo>
                  <a:pt x="321733" y="0"/>
                </a:lnTo>
              </a:path>
            </a:pathLst>
          </a:custGeom>
          <a:ln w="29633">
            <a:solidFill>
              <a:srgbClr val="0C0C0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2636500" y="5786970"/>
            <a:ext cx="321945" cy="55244"/>
          </a:xfrm>
          <a:custGeom>
            <a:avLst/>
            <a:gdLst/>
            <a:ahLst/>
            <a:cxnLst/>
            <a:rect l="l" t="t" r="r" b="b"/>
            <a:pathLst>
              <a:path w="321945" h="55245">
                <a:moveTo>
                  <a:pt x="321729" y="0"/>
                </a:moveTo>
                <a:lnTo>
                  <a:pt x="0" y="0"/>
                </a:lnTo>
                <a:lnTo>
                  <a:pt x="0" y="12700"/>
                </a:lnTo>
                <a:lnTo>
                  <a:pt x="0" y="25400"/>
                </a:lnTo>
                <a:lnTo>
                  <a:pt x="0" y="29641"/>
                </a:lnTo>
                <a:lnTo>
                  <a:pt x="0" y="42341"/>
                </a:lnTo>
                <a:lnTo>
                  <a:pt x="0" y="55041"/>
                </a:lnTo>
                <a:lnTo>
                  <a:pt x="321729" y="55041"/>
                </a:lnTo>
                <a:lnTo>
                  <a:pt x="321729" y="42341"/>
                </a:lnTo>
                <a:lnTo>
                  <a:pt x="321729" y="29641"/>
                </a:lnTo>
                <a:lnTo>
                  <a:pt x="321729" y="25400"/>
                </a:lnTo>
                <a:lnTo>
                  <a:pt x="321729" y="12700"/>
                </a:lnTo>
                <a:lnTo>
                  <a:pt x="321729" y="0"/>
                </a:lnTo>
                <a:close/>
              </a:path>
            </a:pathLst>
          </a:custGeom>
          <a:solidFill>
            <a:srgbClr val="08080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95700" y="850900"/>
            <a:ext cx="8928100" cy="6350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79600" y="5651500"/>
            <a:ext cx="2819400" cy="36830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04900" y="8547100"/>
            <a:ext cx="3708400" cy="36830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026400" y="2146300"/>
            <a:ext cx="1422400" cy="36830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487400" y="2146300"/>
            <a:ext cx="1435100" cy="36830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315200" y="5651500"/>
            <a:ext cx="8470900" cy="368300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565400" y="2146300"/>
            <a:ext cx="1435100" cy="368300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6667500" y="6743700"/>
            <a:ext cx="9677400" cy="685800"/>
            <a:chOff x="6667500" y="6743700"/>
            <a:chExt cx="9677400" cy="685800"/>
          </a:xfrm>
        </p:grpSpPr>
        <p:pic>
          <p:nvPicPr>
            <p:cNvPr id="17" name="object 1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667500" y="6743700"/>
              <a:ext cx="9537700" cy="323850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667500" y="7112000"/>
              <a:ext cx="9677400" cy="317500"/>
            </a:xfrm>
            <a:prstGeom prst="rect">
              <a:avLst/>
            </a:prstGeom>
          </p:spPr>
        </p:pic>
      </p:grpSp>
      <p:pic>
        <p:nvPicPr>
          <p:cNvPr id="19" name="object 19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55700" y="7124700"/>
            <a:ext cx="4254500" cy="635000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1814582" y="6005336"/>
            <a:ext cx="2937510" cy="523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250">
                <a:latin typeface="Calibri"/>
                <a:cs typeface="Calibri"/>
              </a:rPr>
              <a:t>(A</a:t>
            </a:r>
            <a:r>
              <a:rPr dirty="0" sz="3250" spc="-130">
                <a:latin typeface="Calibri"/>
                <a:cs typeface="Calibri"/>
              </a:rPr>
              <a:t> </a:t>
            </a:r>
            <a:r>
              <a:rPr dirty="0" sz="3250">
                <a:latin typeface="Calibri"/>
                <a:cs typeface="Calibri"/>
              </a:rPr>
              <a:t>Novel</a:t>
            </a:r>
            <a:r>
              <a:rPr dirty="0" sz="3250" spc="-185">
                <a:latin typeface="Calibri"/>
                <a:cs typeface="Calibri"/>
              </a:rPr>
              <a:t> </a:t>
            </a:r>
            <a:r>
              <a:rPr dirty="0" sz="3250" spc="-10">
                <a:latin typeface="Calibri"/>
                <a:cs typeface="Calibri"/>
              </a:rPr>
              <a:t>Dataset)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184963" y="5978877"/>
            <a:ext cx="3087370" cy="554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450" spc="-35">
                <a:latin typeface="Calibri"/>
                <a:cs typeface="Calibri"/>
              </a:rPr>
              <a:t>(ATailored</a:t>
            </a:r>
            <a:r>
              <a:rPr dirty="0" sz="3450" spc="-145">
                <a:latin typeface="Calibri"/>
                <a:cs typeface="Calibri"/>
              </a:rPr>
              <a:t> </a:t>
            </a:r>
            <a:r>
              <a:rPr dirty="0" sz="3450" spc="-135">
                <a:latin typeface="Calibri"/>
                <a:cs typeface="Calibri"/>
              </a:rPr>
              <a:t>Model)</a:t>
            </a:r>
            <a:endParaRPr sz="345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2137963" y="5978877"/>
            <a:ext cx="4099560" cy="554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450" spc="-130">
                <a:latin typeface="Calibri"/>
                <a:cs typeface="Calibri"/>
              </a:rPr>
              <a:t>(A</a:t>
            </a:r>
            <a:r>
              <a:rPr dirty="0" sz="3450" spc="-165">
                <a:latin typeface="Calibri"/>
                <a:cs typeface="Calibri"/>
              </a:rPr>
              <a:t> </a:t>
            </a:r>
            <a:r>
              <a:rPr dirty="0" sz="3450" spc="-70">
                <a:latin typeface="Calibri"/>
                <a:cs typeface="Calibri"/>
              </a:rPr>
              <a:t>Rigorous</a:t>
            </a:r>
            <a:r>
              <a:rPr dirty="0" sz="3450" spc="-114">
                <a:latin typeface="Calibri"/>
                <a:cs typeface="Calibri"/>
              </a:rPr>
              <a:t> </a:t>
            </a:r>
            <a:r>
              <a:rPr dirty="0" sz="3450" spc="-65">
                <a:latin typeface="Calibri"/>
                <a:cs typeface="Calibri"/>
              </a:rPr>
              <a:t>Benchmark)</a:t>
            </a:r>
            <a:endParaRPr sz="345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838759" y="8460316"/>
            <a:ext cx="10438130" cy="12096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00" spc="-700">
                <a:solidFill>
                  <a:srgbClr val="A88E67"/>
                </a:solidFill>
                <a:latin typeface="Lucida Sans Unicode"/>
                <a:cs typeface="Lucida Sans Unicode"/>
              </a:rPr>
              <a:t>..</a:t>
            </a:r>
            <a:r>
              <a:rPr dirty="0" sz="3300" spc="-40">
                <a:solidFill>
                  <a:srgbClr val="A88E67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60">
                <a:latin typeface="Lucida Sans Unicode"/>
                <a:cs typeface="Lucida Sans Unicode"/>
              </a:rPr>
              <a:t>ü1ü—</a:t>
            </a:r>
            <a:r>
              <a:rPr dirty="0" sz="3300" spc="-30">
                <a:latin typeface="Lucida Sans Unicode"/>
                <a:cs typeface="Lucida Sans Unicode"/>
              </a:rPr>
              <a:t>BIú.T›9ftÊ€.</a:t>
            </a:r>
            <a:r>
              <a:rPr dirty="0" sz="3300" spc="-140">
                <a:latin typeface="Lucida Sans Unicode"/>
                <a:cs typeface="Lucida Sans Unicode"/>
              </a:rPr>
              <a:t> </a:t>
            </a:r>
            <a:r>
              <a:rPr dirty="0" sz="3300" spc="-145">
                <a:latin typeface="Lucida Sans Unicode"/>
                <a:cs typeface="Lucida Sans Unicode"/>
              </a:rPr>
              <a:t>R.R\IRAiJ?B¥íi1?tittR9fúó•L•t6R3‹^.</a:t>
            </a:r>
            <a:endParaRPr sz="3300">
              <a:latin typeface="Lucida Sans Unicode"/>
              <a:cs typeface="Lucida Sans Unicode"/>
            </a:endParaRPr>
          </a:p>
          <a:p>
            <a:pPr algn="r" marR="29845">
              <a:lnSpc>
                <a:spcPct val="100000"/>
              </a:lnSpc>
              <a:spcBef>
                <a:spcPts val="3590"/>
              </a:spcBef>
            </a:pPr>
            <a:r>
              <a:rPr dirty="0" sz="1450" spc="-50">
                <a:latin typeface="Calibri"/>
                <a:cs typeface="Calibri"/>
              </a:rPr>
              <a:t>G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6354742" y="9422341"/>
            <a:ext cx="988694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10">
                <a:latin typeface="Calibri"/>
                <a:cs typeface="Calibri"/>
              </a:rPr>
              <a:t>NotebookLM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500" y="5308600"/>
            <a:ext cx="1181100" cy="3175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66200" y="4737100"/>
            <a:ext cx="7886700" cy="18034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25900" y="749300"/>
            <a:ext cx="10337800" cy="50800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5134824" y="4303164"/>
            <a:ext cx="909955" cy="252095"/>
          </a:xfrm>
          <a:prstGeom prst="rect">
            <a:avLst/>
          </a:prstGeom>
        </p:spPr>
        <p:txBody>
          <a:bodyPr wrap="square" lIns="0" tIns="14604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750" spc="-1255">
                <a:latin typeface="Lucida Sans Unicode"/>
                <a:cs typeface="Lucida Sans Unicode"/>
              </a:rPr>
              <a:t>ø</a:t>
            </a:r>
            <a:r>
              <a:rPr dirty="0" baseline="-29629" sz="5625" spc="-637">
                <a:latin typeface="Lucida Sans Unicode"/>
                <a:cs typeface="Lucida Sans Unicode"/>
              </a:rPr>
              <a:t>i</a:t>
            </a:r>
            <a:endParaRPr baseline="-29629" sz="5625">
              <a:latin typeface="Lucida Sans Unicode"/>
              <a:cs typeface="Lucida Sans Unicode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46200" y="8509000"/>
            <a:ext cx="1752600" cy="2667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91600" y="6819900"/>
            <a:ext cx="3543300" cy="2286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78900" y="7112000"/>
            <a:ext cx="3556000" cy="2286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978900" y="7404100"/>
            <a:ext cx="2324100" cy="2159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042900" y="6769100"/>
            <a:ext cx="1536700" cy="22860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042900" y="7061200"/>
            <a:ext cx="1536700" cy="22860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38200" y="2781300"/>
            <a:ext cx="3822700" cy="99060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46200" y="6007100"/>
            <a:ext cx="3263900" cy="116840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055600" y="8229600"/>
            <a:ext cx="508000" cy="22860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960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4150" spc="-114">
                <a:solidFill>
                  <a:srgbClr val="000000"/>
                </a:solidFill>
              </a:rPr>
              <a:t>CSV-</a:t>
            </a:r>
            <a:r>
              <a:rPr dirty="0" sz="4150" spc="-70">
                <a:solidFill>
                  <a:srgbClr val="000000"/>
                </a:solidFill>
              </a:rPr>
              <a:t>Bench:</a:t>
            </a:r>
            <a:endParaRPr sz="4150"/>
          </a:p>
        </p:txBody>
      </p:sp>
      <p:sp>
        <p:nvSpPr>
          <p:cNvPr id="16" name="object 16" descr=""/>
          <p:cNvSpPr txBox="1"/>
          <p:nvPr/>
        </p:nvSpPr>
        <p:spPr>
          <a:xfrm>
            <a:off x="1325003" y="4206522"/>
            <a:ext cx="6001385" cy="14554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000" spc="-550">
                <a:latin typeface="Times New Roman"/>
                <a:cs typeface="Times New Roman"/>
              </a:rPr>
              <a:t>MñRn:</a:t>
            </a:r>
            <a:r>
              <a:rPr dirty="0" sz="4000" spc="254">
                <a:latin typeface="Times New Roman"/>
                <a:cs typeface="Times New Roman"/>
              </a:rPr>
              <a:t> </a:t>
            </a:r>
            <a:r>
              <a:rPr dirty="0" sz="4000" spc="-65">
                <a:latin typeface="Times New Roman"/>
                <a:cs typeface="Times New Roman"/>
              </a:rPr>
              <a:t>añnB.</a:t>
            </a:r>
            <a:r>
              <a:rPr dirty="0" sz="4000" spc="-140">
                <a:latin typeface="Times New Roman"/>
                <a:cs typeface="Times New Roman"/>
              </a:rPr>
              <a:t> </a:t>
            </a:r>
            <a:r>
              <a:rPr dirty="0" sz="4000" spc="-325">
                <a:latin typeface="Times New Roman"/>
                <a:cs typeface="Times New Roman"/>
              </a:rPr>
              <a:t>nB.</a:t>
            </a:r>
            <a:r>
              <a:rPr dirty="0" sz="4000" spc="-190">
                <a:latin typeface="Times New Roman"/>
                <a:cs typeface="Times New Roman"/>
              </a:rPr>
              <a:t> </a:t>
            </a:r>
            <a:r>
              <a:rPr dirty="0" sz="4000" spc="-160">
                <a:latin typeface="Times New Roman"/>
                <a:cs typeface="Times New Roman"/>
              </a:rPr>
              <a:t>1saeloâJs.c.xa•</a:t>
            </a:r>
            <a:endParaRPr sz="4000">
              <a:latin typeface="Times New Roman"/>
              <a:cs typeface="Times New Roman"/>
            </a:endParaRPr>
          </a:p>
          <a:p>
            <a:pPr marL="1365885">
              <a:lnSpc>
                <a:spcPct val="100000"/>
              </a:lnSpc>
              <a:spcBef>
                <a:spcPts val="3300"/>
              </a:spcBef>
            </a:pPr>
            <a:r>
              <a:rPr dirty="0" sz="2600" spc="35">
                <a:latin typeface="Times New Roman"/>
                <a:cs typeface="Times New Roman"/>
              </a:rPr>
              <a:t>(Scale)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228433" y="7268633"/>
            <a:ext cx="3319145" cy="1231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900" spc="-1060">
                <a:solidFill>
                  <a:srgbClr val="053157"/>
                </a:solidFill>
                <a:latin typeface="Courier New"/>
                <a:cs typeface="Courier New"/>
              </a:rPr>
              <a:t>40,000+</a:t>
            </a:r>
            <a:endParaRPr sz="7900">
              <a:latin typeface="Courier New"/>
              <a:cs typeface="Courier New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989262" y="2889250"/>
            <a:ext cx="5526405" cy="78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81380" algn="l"/>
                <a:tab pos="1193165" algn="l"/>
                <a:tab pos="1957705" algn="l"/>
              </a:tabLst>
            </a:pPr>
            <a:r>
              <a:rPr dirty="0" sz="2500" spc="-25">
                <a:latin typeface="Times New Roman"/>
                <a:cs typeface="Times New Roman"/>
              </a:rPr>
              <a:t>@@</a:t>
            </a:r>
            <a:r>
              <a:rPr dirty="0" sz="2500">
                <a:latin typeface="Times New Roman"/>
                <a:cs typeface="Times New Roman"/>
              </a:rPr>
              <a:t>	</a:t>
            </a:r>
            <a:r>
              <a:rPr dirty="0" sz="2500" spc="-50">
                <a:latin typeface="Times New Roman"/>
                <a:cs typeface="Times New Roman"/>
              </a:rPr>
              <a:t>;</a:t>
            </a:r>
            <a:r>
              <a:rPr dirty="0" sz="2500">
                <a:latin typeface="Times New Roman"/>
                <a:cs typeface="Times New Roman"/>
              </a:rPr>
              <a:t>	</a:t>
            </a:r>
            <a:r>
              <a:rPr dirty="0" sz="2500" spc="-20">
                <a:latin typeface="Times New Roman"/>
                <a:cs typeface="Times New Roman"/>
              </a:rPr>
              <a:t>@glf</a:t>
            </a:r>
            <a:r>
              <a:rPr dirty="0" sz="2500">
                <a:latin typeface="Times New Roman"/>
                <a:cs typeface="Times New Roman"/>
              </a:rPr>
              <a:t>	(Innovative</a:t>
            </a:r>
            <a:r>
              <a:rPr dirty="0" sz="2500" spc="45">
                <a:latin typeface="Times New Roman"/>
                <a:cs typeface="Times New Roman"/>
              </a:rPr>
              <a:t>  </a:t>
            </a:r>
            <a:r>
              <a:rPr dirty="0" sz="2500" spc="70">
                <a:latin typeface="Times New Roman"/>
                <a:cs typeface="Times New Roman"/>
              </a:rPr>
              <a:t>Construction)</a:t>
            </a:r>
            <a:endParaRPr sz="2500">
              <a:latin typeface="Times New Roman"/>
              <a:cs typeface="Times New Roman"/>
            </a:endParaRPr>
          </a:p>
          <a:p>
            <a:pPr marL="525780">
              <a:lnSpc>
                <a:spcPct val="100000"/>
              </a:lnSpc>
              <a:tabLst>
                <a:tab pos="1259205" algn="l"/>
                <a:tab pos="2710180" algn="l"/>
              </a:tabLst>
            </a:pPr>
            <a:r>
              <a:rPr dirty="0" sz="2500" spc="-415">
                <a:latin typeface="Times New Roman"/>
                <a:cs typeface="Times New Roman"/>
              </a:rPr>
              <a:t>«</a:t>
            </a:r>
            <a:r>
              <a:rPr dirty="0" sz="2500">
                <a:latin typeface="Times New Roman"/>
                <a:cs typeface="Times New Roman"/>
              </a:rPr>
              <a:t>	</a:t>
            </a:r>
            <a:r>
              <a:rPr dirty="0" sz="2500" spc="-254">
                <a:latin typeface="Times New Roman"/>
                <a:cs typeface="Times New Roman"/>
              </a:rPr>
              <a:t>-</a:t>
            </a:r>
            <a:r>
              <a:rPr dirty="0" sz="2500" spc="-50">
                <a:latin typeface="Times New Roman"/>
                <a:cs typeface="Times New Roman"/>
              </a:rPr>
              <a:t>.</a:t>
            </a:r>
            <a:r>
              <a:rPr dirty="0" sz="2500">
                <a:latin typeface="Times New Roman"/>
                <a:cs typeface="Times New Roman"/>
              </a:rPr>
              <a:t>	</a:t>
            </a:r>
            <a:r>
              <a:rPr dirty="0" sz="2500" spc="-25">
                <a:latin typeface="Times New Roman"/>
                <a:cs typeface="Times New Roman"/>
              </a:rPr>
              <a:t>.,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5925635" y="3270250"/>
            <a:ext cx="10096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305">
                <a:latin typeface="Times New Roman"/>
                <a:cs typeface="Times New Roman"/>
              </a:rPr>
              <a:t>-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3024268" y="7255227"/>
            <a:ext cx="1621155" cy="96774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 marR="5080" indent="214629">
              <a:lnSpc>
                <a:spcPts val="2300"/>
              </a:lnSpc>
              <a:spcBef>
                <a:spcPts val="480"/>
              </a:spcBef>
              <a:tabLst>
                <a:tab pos="789940" algn="l"/>
              </a:tabLst>
            </a:pPr>
            <a:r>
              <a:rPr dirty="0" sz="2200" spc="-380">
                <a:latin typeface="Consolas"/>
                <a:cs typeface="Consolas"/>
              </a:rPr>
              <a:t>M%</a:t>
            </a:r>
            <a:r>
              <a:rPr dirty="0" sz="2200">
                <a:latin typeface="Consolas"/>
                <a:cs typeface="Consolas"/>
              </a:rPr>
              <a:t>	</a:t>
            </a:r>
            <a:r>
              <a:rPr dirty="0" sz="2200" spc="-320">
                <a:latin typeface="Consolas"/>
                <a:cs typeface="Consolas"/>
              </a:rPr>
              <a:t>(GPT- </a:t>
            </a:r>
            <a:r>
              <a:rPr dirty="0" sz="2200" spc="-60">
                <a:latin typeface="Consolas"/>
                <a:cs typeface="Consolas"/>
              </a:rPr>
              <a:t>4o),</a:t>
            </a:r>
            <a:r>
              <a:rPr dirty="0" sz="2200" spc="-440">
                <a:latin typeface="Consolas"/>
                <a:cs typeface="Consolas"/>
              </a:rPr>
              <a:t> </a:t>
            </a:r>
            <a:r>
              <a:rPr dirty="0" sz="2200" spc="180">
                <a:latin typeface="Consolas"/>
                <a:cs typeface="Consolas"/>
              </a:rPr>
              <a:t>S%W?ñ</a:t>
            </a:r>
            <a:endParaRPr sz="2200">
              <a:latin typeface="Consolas"/>
              <a:cs typeface="Consolas"/>
            </a:endParaRPr>
          </a:p>
          <a:p>
            <a:pPr marL="428625">
              <a:lnSpc>
                <a:spcPts val="2430"/>
              </a:lnSpc>
            </a:pPr>
            <a:r>
              <a:rPr dirty="0" sz="2200" spc="-10">
                <a:latin typeface="Consolas"/>
                <a:cs typeface="Consolas"/>
              </a:rPr>
              <a:t>B3STt%%</a:t>
            </a:r>
            <a:endParaRPr sz="2200">
              <a:latin typeface="Consolas"/>
              <a:cs typeface="Consolas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5293302" y="5921727"/>
            <a:ext cx="1376045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>
                <a:latin typeface="Times New Roman"/>
                <a:cs typeface="Times New Roman"/>
              </a:rPr>
              <a:t>CSV-</a:t>
            </a:r>
            <a:r>
              <a:rPr dirty="0" sz="2200" spc="-10">
                <a:latin typeface="Times New Roman"/>
                <a:cs typeface="Times New Roman"/>
              </a:rPr>
              <a:t>Bench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6110407" y="9439980"/>
            <a:ext cx="122682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74320" algn="l"/>
              </a:tabLst>
            </a:pPr>
            <a:r>
              <a:rPr dirty="0" sz="1300" spc="-50">
                <a:latin typeface="Times New Roman"/>
                <a:cs typeface="Times New Roman"/>
              </a:rPr>
              <a:t>G</a:t>
            </a:r>
            <a:r>
              <a:rPr dirty="0" sz="1300">
                <a:latin typeface="Times New Roman"/>
                <a:cs typeface="Times New Roman"/>
              </a:rPr>
              <a:t>	</a:t>
            </a:r>
            <a:r>
              <a:rPr dirty="0" sz="1300" spc="-10">
                <a:latin typeface="Times New Roman"/>
                <a:cs typeface="Times New Roman"/>
              </a:rPr>
              <a:t>NotebookLM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600" y="762000"/>
            <a:ext cx="3949700" cy="5969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22900" y="762000"/>
            <a:ext cx="5664200" cy="5842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39400" y="4927600"/>
            <a:ext cx="635000" cy="2667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15500" y="6845300"/>
            <a:ext cx="647700" cy="34290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0036166" y="7962855"/>
            <a:ext cx="505459" cy="29273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3535"/>
              </a:lnSpc>
            </a:pPr>
            <a:r>
              <a:rPr dirty="0" sz="3300" spc="65">
                <a:latin typeface="Courier New"/>
                <a:cs typeface="Courier New"/>
              </a:rPr>
              <a:t>H</a:t>
            </a:r>
            <a:endParaRPr sz="3300">
              <a:latin typeface="Courier New"/>
              <a:cs typeface="Courier New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81100" y="4572000"/>
            <a:ext cx="2743200" cy="2921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81100" y="7797800"/>
            <a:ext cx="1435100" cy="2921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97800" y="7797800"/>
            <a:ext cx="241300" cy="2921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068300" y="6858000"/>
            <a:ext cx="2197100" cy="34290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825762" y="1848555"/>
            <a:ext cx="15712440" cy="5124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spc="-65">
                <a:solidFill>
                  <a:srgbClr val="000000"/>
                </a:solidFill>
              </a:rPr>
              <a:t>Èf\P1îIRZ1îÈfùïîïÄBN.</a:t>
            </a:r>
            <a:r>
              <a:rPr dirty="0" sz="3200" spc="-90">
                <a:solidFill>
                  <a:srgbClr val="000000"/>
                </a:solidFill>
              </a:rPr>
              <a:t> </a:t>
            </a:r>
            <a:r>
              <a:rPr dirty="0" sz="3200" spc="-45">
                <a:solidFill>
                  <a:srgbClr val="000000"/>
                </a:solidFill>
              </a:rPr>
              <a:t>û1îlëït7Q6/\ùÂûg..»ttÏtë’xtïïä4ë.</a:t>
            </a:r>
            <a:r>
              <a:rPr dirty="0" sz="3200" spc="175">
                <a:solidFill>
                  <a:srgbClr val="000000"/>
                </a:solidFill>
              </a:rPr>
              <a:t> </a:t>
            </a:r>
            <a:r>
              <a:rPr dirty="0" sz="3200" spc="-345">
                <a:solidFill>
                  <a:srgbClr val="000000"/>
                </a:solidFill>
              </a:rPr>
              <a:t>1ëîñ“t*nahaÏ-</a:t>
            </a:r>
            <a:r>
              <a:rPr dirty="0" sz="3200" spc="-280">
                <a:solidFill>
                  <a:srgbClr val="000000"/>
                </a:solidFill>
              </a:rPr>
              <a:t>°f.°,TaIh'-</a:t>
            </a:r>
            <a:r>
              <a:rPr dirty="0" sz="3200" spc="-390">
                <a:solidFill>
                  <a:srgbClr val="000000"/>
                </a:solidFill>
              </a:rPr>
              <a:t>kTŒfg.E.•</a:t>
            </a:r>
            <a:endParaRPr sz="3200"/>
          </a:p>
        </p:txBody>
      </p:sp>
      <p:sp>
        <p:nvSpPr>
          <p:cNvPr id="12" name="object 12" descr=""/>
          <p:cNvSpPr txBox="1"/>
          <p:nvPr/>
        </p:nvSpPr>
        <p:spPr>
          <a:xfrm>
            <a:off x="1146888" y="3914775"/>
            <a:ext cx="2428240" cy="501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483360" algn="l"/>
              </a:tabLst>
            </a:pPr>
            <a:r>
              <a:rPr dirty="0" sz="3100" spc="-440">
                <a:latin typeface="Lucida Sans Unicode"/>
                <a:cs typeface="Lucida Sans Unicode"/>
              </a:rPr>
              <a:t>ôIfE@îÛa</a:t>
            </a:r>
            <a:r>
              <a:rPr dirty="0" sz="3100">
                <a:latin typeface="Lucida Sans Unicode"/>
                <a:cs typeface="Lucida Sans Unicode"/>
              </a:rPr>
              <a:t>	</a:t>
            </a:r>
            <a:r>
              <a:rPr dirty="0" sz="3100" spc="-300">
                <a:latin typeface="Lucida Sans Unicode"/>
                <a:cs typeface="Lucida Sans Unicode"/>
              </a:rPr>
              <a:t>(Verb)</a:t>
            </a:r>
            <a:endParaRPr sz="3100">
              <a:latin typeface="Lucida Sans Unicode"/>
              <a:cs typeface="Lucida Sans Unicode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123832" y="3720012"/>
            <a:ext cx="2533650" cy="1400810"/>
          </a:xfrm>
          <a:prstGeom prst="rect">
            <a:avLst/>
          </a:prstGeom>
        </p:spPr>
        <p:txBody>
          <a:bodyPr wrap="square" lIns="0" tIns="1974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5"/>
              </a:spcBef>
              <a:tabLst>
                <a:tab pos="966469" algn="l"/>
                <a:tab pos="1453515" algn="l"/>
              </a:tabLst>
            </a:pPr>
            <a:r>
              <a:rPr dirty="0" sz="3200" spc="180">
                <a:latin typeface="Calibri"/>
                <a:cs typeface="Calibri"/>
              </a:rPr>
              <a:t>Ä@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25">
                <a:latin typeface="Calibri"/>
                <a:cs typeface="Calibri"/>
              </a:rPr>
              <a:t>îË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110">
                <a:latin typeface="Calibri"/>
                <a:cs typeface="Calibri"/>
              </a:rPr>
              <a:t>(Noun)</a:t>
            </a:r>
            <a:endParaRPr sz="32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  <a:spcBef>
                <a:spcPts val="1560"/>
              </a:spcBef>
              <a:tabLst>
                <a:tab pos="765175" algn="l"/>
                <a:tab pos="1450975" algn="l"/>
                <a:tab pos="2098675" algn="l"/>
              </a:tabLst>
            </a:pPr>
            <a:r>
              <a:rPr dirty="0" sz="3300" spc="-525">
                <a:latin typeface="Lucida Sans Unicode"/>
                <a:cs typeface="Lucida Sans Unicode"/>
              </a:rPr>
              <a:t>..</a:t>
            </a:r>
            <a:r>
              <a:rPr dirty="0" sz="3300">
                <a:latin typeface="Lucida Sans Unicode"/>
                <a:cs typeface="Lucida Sans Unicode"/>
              </a:rPr>
              <a:t>	</a:t>
            </a:r>
            <a:r>
              <a:rPr dirty="0" sz="3300" spc="-545">
                <a:latin typeface="Lucida Sans Unicode"/>
                <a:cs typeface="Lucida Sans Unicode"/>
              </a:rPr>
              <a:t>.</a:t>
            </a:r>
            <a:r>
              <a:rPr dirty="0" sz="3300">
                <a:latin typeface="Lucida Sans Unicode"/>
                <a:cs typeface="Lucida Sans Unicode"/>
              </a:rPr>
              <a:t>	</a:t>
            </a:r>
            <a:r>
              <a:rPr dirty="0" sz="3300" spc="-545">
                <a:latin typeface="Lucida Sans Unicode"/>
                <a:cs typeface="Lucida Sans Unicode"/>
              </a:rPr>
              <a:t>.</a:t>
            </a:r>
            <a:r>
              <a:rPr dirty="0" sz="3300">
                <a:latin typeface="Lucida Sans Unicode"/>
                <a:cs typeface="Lucida Sans Unicode"/>
              </a:rPr>
              <a:t>	</a:t>
            </a:r>
            <a:r>
              <a:rPr dirty="0" sz="3300" spc="-545">
                <a:latin typeface="Lucida Sans Unicode"/>
                <a:cs typeface="Lucida Sans Unicode"/>
              </a:rPr>
              <a:t>.</a:t>
            </a:r>
            <a:endParaRPr sz="3300">
              <a:latin typeface="Lucida Sans Unicode"/>
              <a:cs typeface="Lucida Sans Unicode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858059" y="4421716"/>
            <a:ext cx="488315" cy="5334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21885" sz="4950" spc="-1132">
                <a:latin typeface="Lucida Sans Unicode"/>
                <a:cs typeface="Lucida Sans Unicode"/>
              </a:rPr>
              <a:t>..</a:t>
            </a:r>
            <a:r>
              <a:rPr dirty="0" sz="3200" spc="-755">
                <a:latin typeface="Lucida Sans Unicode"/>
                <a:cs typeface="Lucida Sans Unicode"/>
              </a:rPr>
              <a:t>4ü</a:t>
            </a:r>
            <a:endParaRPr sz="3200">
              <a:latin typeface="Lucida Sans Unicode"/>
              <a:cs typeface="Lucida Sans Unicode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147934" y="6739466"/>
            <a:ext cx="3209925" cy="920750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marL="13970" marR="5080" indent="-1905">
              <a:lnSpc>
                <a:spcPct val="77000"/>
              </a:lnSpc>
              <a:spcBef>
                <a:spcPts val="1045"/>
              </a:spcBef>
              <a:tabLst>
                <a:tab pos="1388110" algn="l"/>
                <a:tab pos="1478280" algn="l"/>
                <a:tab pos="2409190" algn="l"/>
                <a:tab pos="2799715" algn="l"/>
              </a:tabLst>
            </a:pPr>
            <a:r>
              <a:rPr dirty="0" sz="3300" spc="635">
                <a:latin typeface="Calibri"/>
                <a:cs typeface="Calibri"/>
              </a:rPr>
              <a:t>ÔÜä5</a:t>
            </a:r>
            <a:r>
              <a:rPr dirty="0" sz="3300">
                <a:latin typeface="Calibri"/>
                <a:cs typeface="Calibri"/>
              </a:rPr>
              <a:t>		</a:t>
            </a:r>
            <a:r>
              <a:rPr dirty="0" sz="3300" spc="-10">
                <a:latin typeface="Calibri"/>
                <a:cs typeface="Calibri"/>
              </a:rPr>
              <a:t>(Result) </a:t>
            </a:r>
            <a:r>
              <a:rPr dirty="0" sz="3300" spc="345">
                <a:latin typeface="Calibri"/>
                <a:cs typeface="Calibri"/>
              </a:rPr>
              <a:t>çjç¿g</a:t>
            </a:r>
            <a:r>
              <a:rPr dirty="0" sz="3300">
                <a:latin typeface="Calibri"/>
                <a:cs typeface="Calibri"/>
              </a:rPr>
              <a:t>	</a:t>
            </a:r>
            <a:r>
              <a:rPr dirty="0" sz="3300" spc="75">
                <a:latin typeface="Calibri"/>
                <a:cs typeface="Calibri"/>
              </a:rPr>
              <a:t>j¿p¿,</a:t>
            </a:r>
            <a:r>
              <a:rPr dirty="0" sz="3300">
                <a:latin typeface="Calibri"/>
                <a:cs typeface="Calibri"/>
              </a:rPr>
              <a:t>	</a:t>
            </a:r>
            <a:r>
              <a:rPr dirty="0" sz="3300" spc="-620">
                <a:latin typeface="Calibri"/>
                <a:cs typeface="Calibri"/>
              </a:rPr>
              <a:t>gg</a:t>
            </a:r>
            <a:r>
              <a:rPr dirty="0" sz="3300">
                <a:latin typeface="Calibri"/>
                <a:cs typeface="Calibri"/>
              </a:rPr>
              <a:t>	</a:t>
            </a:r>
            <a:r>
              <a:rPr dirty="0" sz="3300" spc="-55">
                <a:latin typeface="Calibri"/>
                <a:cs typeface="Calibri"/>
              </a:rPr>
              <a:t>•g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082546" y="6739466"/>
            <a:ext cx="2590800" cy="920750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marL="236220" marR="5080" indent="-224154">
              <a:lnSpc>
                <a:spcPct val="77000"/>
              </a:lnSpc>
              <a:spcBef>
                <a:spcPts val="1045"/>
              </a:spcBef>
            </a:pPr>
            <a:r>
              <a:rPr dirty="0" sz="3300" spc="250">
                <a:latin typeface="Calibri"/>
                <a:cs typeface="Calibri"/>
              </a:rPr>
              <a:t>BËjgT—</a:t>
            </a:r>
            <a:r>
              <a:rPr dirty="0" sz="3300" spc="330">
                <a:latin typeface="Calibri"/>
                <a:cs typeface="Calibri"/>
              </a:rPr>
              <a:t>Ñ@Ñ </a:t>
            </a:r>
            <a:r>
              <a:rPr dirty="0" sz="3300" spc="-190">
                <a:latin typeface="Calibri"/>
                <a:cs typeface="Calibri"/>
              </a:rPr>
              <a:t>(Next</a:t>
            </a:r>
            <a:r>
              <a:rPr dirty="0" sz="3300" spc="-55">
                <a:latin typeface="Calibri"/>
                <a:cs typeface="Calibri"/>
              </a:rPr>
              <a:t> </a:t>
            </a:r>
            <a:r>
              <a:rPr dirty="0" sz="3300" spc="-10">
                <a:latin typeface="Calibri"/>
                <a:cs typeface="Calibri"/>
              </a:rPr>
              <a:t>Action)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9058139" y="3883937"/>
            <a:ext cx="3236595" cy="1068070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30480">
              <a:lnSpc>
                <a:spcPct val="100000"/>
              </a:lnSpc>
              <a:spcBef>
                <a:spcPts val="515"/>
              </a:spcBef>
              <a:tabLst>
                <a:tab pos="1802764" algn="l"/>
              </a:tabLst>
            </a:pPr>
            <a:r>
              <a:rPr dirty="0" sz="2950" spc="135">
                <a:latin typeface="Lucida Sans Unicode"/>
                <a:cs typeface="Lucida Sans Unicode"/>
              </a:rPr>
              <a:t>@fT@Ë6</a:t>
            </a:r>
            <a:r>
              <a:rPr dirty="0" sz="2950">
                <a:latin typeface="Lucida Sans Unicode"/>
                <a:cs typeface="Lucida Sans Unicode"/>
              </a:rPr>
              <a:t>	</a:t>
            </a:r>
            <a:r>
              <a:rPr dirty="0" sz="2950" spc="-70">
                <a:latin typeface="Lucida Sans Unicode"/>
                <a:cs typeface="Lucida Sans Unicode"/>
              </a:rPr>
              <a:t>(Actor)</a:t>
            </a:r>
            <a:endParaRPr sz="29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3200" spc="-80">
                <a:latin typeface="Lucida Sans Unicode"/>
                <a:cs typeface="Lucida Sans Unicode"/>
              </a:rPr>
              <a:t>8tîïîtÏtâlz8.</a:t>
            </a:r>
            <a:r>
              <a:rPr dirty="0" sz="3200" spc="-65">
                <a:latin typeface="Lucida Sans Unicode"/>
                <a:cs typeface="Lucida Sans Unicode"/>
              </a:rPr>
              <a:t> </a:t>
            </a:r>
            <a:r>
              <a:rPr dirty="0" sz="3200" spc="-610">
                <a:latin typeface="Lucida Sans Unicode"/>
                <a:cs typeface="Lucida Sans Unicode"/>
              </a:rPr>
              <a:t>tü</a:t>
            </a:r>
            <a:r>
              <a:rPr dirty="0" sz="3200" spc="120">
                <a:latin typeface="Lucida Sans Unicode"/>
                <a:cs typeface="Lucida Sans Unicode"/>
              </a:rPr>
              <a:t> </a:t>
            </a:r>
            <a:r>
              <a:rPr dirty="0" sz="3200" spc="-25">
                <a:latin typeface="Lucida Sans Unicode"/>
                <a:cs typeface="Lucida Sans Unicode"/>
              </a:rPr>
              <a:t>“R6</a:t>
            </a:r>
            <a:endParaRPr sz="3200">
              <a:latin typeface="Lucida Sans Unicode"/>
              <a:cs typeface="Lucida Sans Unicode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3017766" y="3883937"/>
            <a:ext cx="3239770" cy="1068070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515"/>
              </a:spcBef>
              <a:tabLst>
                <a:tab pos="1487805" algn="l"/>
              </a:tabLst>
            </a:pPr>
            <a:r>
              <a:rPr dirty="0" sz="2950" spc="275">
                <a:latin typeface="Lucida Sans Unicode"/>
                <a:cs typeface="Lucida Sans Unicode"/>
              </a:rPr>
              <a:t>ÊÎêjËZ</a:t>
            </a:r>
            <a:r>
              <a:rPr dirty="0" sz="2950">
                <a:latin typeface="Lucida Sans Unicode"/>
                <a:cs typeface="Lucida Sans Unicode"/>
              </a:rPr>
              <a:t>	</a:t>
            </a:r>
            <a:r>
              <a:rPr dirty="0" sz="2950" spc="-114">
                <a:latin typeface="Lucida Sans Unicode"/>
                <a:cs typeface="Lucida Sans Unicode"/>
              </a:rPr>
              <a:t>(Location)</a:t>
            </a:r>
            <a:endParaRPr sz="29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3200" spc="-175">
                <a:latin typeface="Lucida Sans Unicode"/>
                <a:cs typeface="Lucida Sans Unicode"/>
              </a:rPr>
              <a:t>ÑftÄ1â1IïR.</a:t>
            </a:r>
            <a:r>
              <a:rPr dirty="0" sz="3200" spc="-50">
                <a:latin typeface="Lucida Sans Unicode"/>
                <a:cs typeface="Lucida Sans Unicode"/>
              </a:rPr>
              <a:t> </a:t>
            </a:r>
            <a:r>
              <a:rPr dirty="0" sz="3200" spc="-1075">
                <a:latin typeface="Lucida Sans Unicode"/>
                <a:cs typeface="Lucida Sans Unicode"/>
              </a:rPr>
              <a:t>Aü</a:t>
            </a:r>
            <a:r>
              <a:rPr dirty="0" sz="3200" spc="120">
                <a:latin typeface="Lucida Sans Unicode"/>
                <a:cs typeface="Lucida Sans Unicode"/>
              </a:rPr>
              <a:t> </a:t>
            </a:r>
            <a:r>
              <a:rPr dirty="0" sz="3200" spc="-25">
                <a:latin typeface="Lucida Sans Unicode"/>
                <a:cs typeface="Lucida Sans Unicode"/>
              </a:rPr>
              <a:t>°N7</a:t>
            </a:r>
            <a:endParaRPr sz="3200">
              <a:latin typeface="Lucida Sans Unicode"/>
              <a:cs typeface="Lucida Sans Unicode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274152" y="7142369"/>
            <a:ext cx="3035300" cy="103505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2900" spc="-190">
                <a:latin typeface="Lucida Sans Unicode"/>
                <a:cs typeface="Lucida Sans Unicode"/>
              </a:rPr>
              <a:t>(Procedure</a:t>
            </a:r>
            <a:r>
              <a:rPr dirty="0" sz="2900" spc="-225">
                <a:latin typeface="Lucida Sans Unicode"/>
                <a:cs typeface="Lucida Sans Unicode"/>
              </a:rPr>
              <a:t> </a:t>
            </a:r>
            <a:r>
              <a:rPr dirty="0" sz="2900" spc="-10">
                <a:latin typeface="Lucida Sans Unicode"/>
                <a:cs typeface="Lucida Sans Unicode"/>
              </a:rPr>
              <a:t>Type)</a:t>
            </a:r>
            <a:endParaRPr sz="2900">
              <a:latin typeface="Lucida Sans Unicode"/>
              <a:cs typeface="Lucida Sans Unicode"/>
            </a:endParaRPr>
          </a:p>
          <a:p>
            <a:pPr marL="1931670">
              <a:lnSpc>
                <a:spcPct val="100000"/>
              </a:lnSpc>
              <a:spcBef>
                <a:spcPts val="320"/>
              </a:spcBef>
            </a:pPr>
            <a:r>
              <a:rPr dirty="0" sz="3200" spc="-1019">
                <a:latin typeface="Lucida Sans Unicode"/>
                <a:cs typeface="Lucida Sans Unicode"/>
              </a:rPr>
              <a:t>4o</a:t>
            </a:r>
            <a:r>
              <a:rPr dirty="0" sz="3200" spc="285">
                <a:latin typeface="Lucida Sans Unicode"/>
                <a:cs typeface="Lucida Sans Unicode"/>
              </a:rPr>
              <a:t> </a:t>
            </a:r>
            <a:r>
              <a:rPr dirty="0" sz="3200" spc="-25">
                <a:latin typeface="Lucida Sans Unicode"/>
                <a:cs typeface="Lucida Sans Unicode"/>
              </a:rPr>
              <a:t>'Qü</a:t>
            </a:r>
            <a:endParaRPr sz="3200">
              <a:latin typeface="Lucida Sans Unicode"/>
              <a:cs typeface="Lucida Sans Unicode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3059016" y="7142369"/>
            <a:ext cx="2945765" cy="103505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77165">
              <a:lnSpc>
                <a:spcPct val="100000"/>
              </a:lnSpc>
              <a:spcBef>
                <a:spcPts val="409"/>
              </a:spcBef>
            </a:pPr>
            <a:r>
              <a:rPr dirty="0" sz="2900" spc="-140">
                <a:latin typeface="Lucida Sans Unicode"/>
                <a:cs typeface="Lucida Sans Unicode"/>
              </a:rPr>
              <a:t>(Description)</a:t>
            </a:r>
            <a:endParaRPr sz="2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3200" spc="-110">
                <a:latin typeface="Lucida Sans Unicode"/>
                <a:cs typeface="Lucida Sans Unicode"/>
              </a:rPr>
              <a:t>gÏtëgÏ0i?€»3cT9</a:t>
            </a:r>
            <a:endParaRPr sz="3200">
              <a:latin typeface="Lucida Sans Unicode"/>
              <a:cs typeface="Lucida Sans Unicode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6116135" y="9439980"/>
            <a:ext cx="122809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Lucida Sans Unicode"/>
                <a:cs typeface="Lucida Sans Unicode"/>
              </a:rPr>
              <a:t>W</a:t>
            </a:r>
            <a:r>
              <a:rPr dirty="0" sz="1300" spc="340">
                <a:latin typeface="Lucida Sans Unicode"/>
                <a:cs typeface="Lucida Sans Unicode"/>
              </a:rPr>
              <a:t> </a:t>
            </a:r>
            <a:r>
              <a:rPr dirty="0" sz="1300" spc="-30">
                <a:latin typeface="Lucida Sans Unicode"/>
                <a:cs typeface="Lucida Sans Unicode"/>
              </a:rPr>
              <a:t>NotebaokLM</a:t>
            </a:r>
            <a:endParaRPr sz="13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6900" y="2400300"/>
            <a:ext cx="14706600" cy="37465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800100"/>
            <a:ext cx="4356100" cy="5334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77800" y="4699000"/>
            <a:ext cx="3378200" cy="3175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66200" y="1943100"/>
            <a:ext cx="1219200" cy="3175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728200" y="8178800"/>
            <a:ext cx="6807200" cy="711200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017984" y="1836913"/>
            <a:ext cx="3077845" cy="17386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747395">
              <a:lnSpc>
                <a:spcPct val="100000"/>
              </a:lnSpc>
              <a:spcBef>
                <a:spcPts val="135"/>
              </a:spcBef>
              <a:tabLst>
                <a:tab pos="1540510" algn="l"/>
              </a:tabLst>
            </a:pPr>
            <a:r>
              <a:rPr dirty="0" sz="2950" spc="-25">
                <a:latin typeface="Lucida Sans Unicode"/>
                <a:cs typeface="Lucida Sans Unicode"/>
              </a:rPr>
              <a:t>AT</a:t>
            </a:r>
            <a:r>
              <a:rPr dirty="0" sz="2950">
                <a:latin typeface="Lucida Sans Unicode"/>
                <a:cs typeface="Lucida Sans Unicode"/>
              </a:rPr>
              <a:t>	</a:t>
            </a:r>
            <a:r>
              <a:rPr dirty="0" sz="2950" spc="-50">
                <a:latin typeface="Lucida Sans Unicode"/>
                <a:cs typeface="Lucida Sans Unicode"/>
              </a:rPr>
              <a:t>(Input)</a:t>
            </a:r>
            <a:endParaRPr sz="29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110"/>
              </a:spcBef>
              <a:tabLst>
                <a:tab pos="418465" algn="l"/>
                <a:tab pos="1330960" algn="l"/>
                <a:tab pos="1607820" algn="l"/>
              </a:tabLst>
            </a:pPr>
            <a:r>
              <a:rPr dirty="0" sz="2400" spc="-340">
                <a:solidFill>
                  <a:srgbClr val="9A9A9A"/>
                </a:solidFill>
                <a:latin typeface="Lucida Sans Unicode"/>
                <a:cs typeface="Lucida Sans Unicode"/>
              </a:rPr>
              <a:t>@</a:t>
            </a:r>
            <a:r>
              <a:rPr dirty="0" sz="2400">
                <a:solidFill>
                  <a:srgbClr val="9A9A9A"/>
                </a:solidFill>
                <a:latin typeface="Lucida Sans Unicode"/>
                <a:cs typeface="Lucida Sans Unicode"/>
              </a:rPr>
              <a:t>	</a:t>
            </a:r>
            <a:r>
              <a:rPr dirty="0" sz="2400" spc="-20">
                <a:latin typeface="Lucida Sans Unicode"/>
                <a:cs typeface="Lucida Sans Unicode"/>
              </a:rPr>
              <a:t>UiMk</a:t>
            </a:r>
            <a:r>
              <a:rPr dirty="0" sz="2400">
                <a:latin typeface="Lucida Sans Unicode"/>
                <a:cs typeface="Lucida Sans Unicode"/>
              </a:rPr>
              <a:t>	</a:t>
            </a:r>
            <a:r>
              <a:rPr dirty="0" sz="2400" spc="-50">
                <a:latin typeface="Lucida Sans Unicode"/>
                <a:cs typeface="Lucida Sans Unicode"/>
              </a:rPr>
              <a:t>I</a:t>
            </a:r>
            <a:r>
              <a:rPr dirty="0" sz="2400">
                <a:latin typeface="Lucida Sans Unicode"/>
                <a:cs typeface="Lucida Sans Unicode"/>
              </a:rPr>
              <a:t>	</a:t>
            </a:r>
            <a:r>
              <a:rPr dirty="0" sz="2400" spc="-265">
                <a:latin typeface="Lucida Sans Unicode"/>
                <a:cs typeface="Lucida Sans Unicode"/>
              </a:rPr>
              <a:t>(Video</a:t>
            </a:r>
            <a:r>
              <a:rPr dirty="0" sz="2400" spc="-210">
                <a:latin typeface="Lucida Sans Unicode"/>
                <a:cs typeface="Lucida Sans Unicode"/>
              </a:rPr>
              <a:t> </a:t>
            </a:r>
            <a:r>
              <a:rPr dirty="0" sz="2400" spc="-280">
                <a:latin typeface="Lucida Sans Unicode"/>
                <a:cs typeface="Lucida Sans Unicode"/>
              </a:rPr>
              <a:t>Clips)</a:t>
            </a:r>
            <a:endParaRPr sz="2400">
              <a:latin typeface="Lucida Sans Unicode"/>
              <a:cs typeface="Lucida Sans Unicode"/>
            </a:endParaRPr>
          </a:p>
          <a:p>
            <a:pPr algn="ctr" marL="398780">
              <a:lnSpc>
                <a:spcPct val="100000"/>
              </a:lnSpc>
              <a:spcBef>
                <a:spcPts val="1920"/>
              </a:spcBef>
              <a:tabLst>
                <a:tab pos="892175" algn="l"/>
                <a:tab pos="1563370" algn="l"/>
              </a:tabLst>
            </a:pPr>
            <a:r>
              <a:rPr dirty="0" sz="2500" spc="-484">
                <a:latin typeface="Lucida Sans Unicode"/>
                <a:cs typeface="Lucida Sans Unicode"/>
              </a:rPr>
              <a:t>A</a:t>
            </a:r>
            <a:r>
              <a:rPr dirty="0" sz="2500">
                <a:latin typeface="Lucida Sans Unicode"/>
                <a:cs typeface="Lucida Sans Unicode"/>
              </a:rPr>
              <a:t>	</a:t>
            </a:r>
            <a:r>
              <a:rPr dirty="0" sz="2500" spc="-459">
                <a:latin typeface="Lucida Sans Unicode"/>
                <a:cs typeface="Lucida Sans Unicode"/>
              </a:rPr>
              <a:t>MB</a:t>
            </a:r>
            <a:r>
              <a:rPr dirty="0" sz="2500">
                <a:latin typeface="Lucida Sans Unicode"/>
                <a:cs typeface="Lucida Sans Unicode"/>
              </a:rPr>
              <a:t>	</a:t>
            </a:r>
            <a:r>
              <a:rPr dirty="0" sz="2500" spc="-170">
                <a:latin typeface="Lucida Sans Unicode"/>
                <a:cs typeface="Lucida Sans Unicode"/>
              </a:rPr>
              <a:t>(TextQueq)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93431" y="4072819"/>
            <a:ext cx="4385310" cy="1028700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30480">
              <a:lnSpc>
                <a:spcPct val="100000"/>
              </a:lnSpc>
              <a:spcBef>
                <a:spcPts val="630"/>
              </a:spcBef>
            </a:pPr>
            <a:r>
              <a:rPr dirty="0" sz="2850" spc="250">
                <a:latin typeface="Lucida Sans Unicode"/>
                <a:cs typeface="Lucida Sans Unicode"/>
              </a:rPr>
              <a:t>¥lIIII</a:t>
            </a:r>
            <a:r>
              <a:rPr dirty="0" sz="2850" spc="305">
                <a:latin typeface="Lucida Sans Unicode"/>
                <a:cs typeface="Lucida Sans Unicode"/>
              </a:rPr>
              <a:t> </a:t>
            </a:r>
            <a:r>
              <a:rPr dirty="0" sz="2850" spc="-80">
                <a:latin typeface="Lucida Sans Unicode"/>
                <a:cs typeface="Lucida Sans Unicode"/>
              </a:rPr>
              <a:t>(Backbone)</a:t>
            </a:r>
            <a:endParaRPr sz="28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2338070" algn="l"/>
                <a:tab pos="4295775" algn="l"/>
              </a:tabLst>
            </a:pPr>
            <a:r>
              <a:rPr dirty="0" sz="2850" spc="95">
                <a:latin typeface="Lucida Sans Unicode"/>
                <a:cs typeface="Lucida Sans Unicode"/>
              </a:rPr>
              <a:t>&amp;</a:t>
            </a:r>
            <a:r>
              <a:rPr dirty="0" sz="2850" spc="-350">
                <a:latin typeface="Lucida Sans Unicode"/>
                <a:cs typeface="Lucida Sans Unicode"/>
              </a:rPr>
              <a:t> </a:t>
            </a:r>
            <a:r>
              <a:rPr dirty="0" sz="2850" spc="-440">
                <a:solidFill>
                  <a:srgbClr val="C39E5D"/>
                </a:solidFill>
                <a:latin typeface="Lucida Sans Unicode"/>
                <a:cs typeface="Lucida Sans Unicode"/>
              </a:rPr>
              <a:t>VideoMAE</a:t>
            </a:r>
            <a:r>
              <a:rPr dirty="0" sz="2850" spc="15">
                <a:solidFill>
                  <a:srgbClr val="C39E5D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-540">
                <a:latin typeface="Lucida Sans Unicode"/>
                <a:cs typeface="Lucida Sans Unicode"/>
              </a:rPr>
              <a:t>f1°</a:t>
            </a:r>
            <a:r>
              <a:rPr dirty="0" sz="2850">
                <a:latin typeface="Lucida Sans Unicode"/>
                <a:cs typeface="Lucida Sans Unicode"/>
              </a:rPr>
              <a:t>	</a:t>
            </a:r>
            <a:r>
              <a:rPr dirty="0" sz="2850" spc="-395">
                <a:latin typeface="Lucida Sans Unicode"/>
                <a:cs typeface="Lucida Sans Unicode"/>
              </a:rPr>
              <a:t>},\,</a:t>
            </a:r>
            <a:r>
              <a:rPr dirty="0" baseline="1424" sz="2925" spc="-592">
                <a:latin typeface="Lucida Sans Unicode"/>
                <a:cs typeface="Lucida Sans Unicode"/>
              </a:rPr>
              <a:t>!</a:t>
            </a:r>
            <a:r>
              <a:rPr dirty="0" baseline="1683" sz="2475" spc="-592">
                <a:latin typeface="Lucida Sans Unicode"/>
                <a:cs typeface="Lucida Sans Unicode"/>
              </a:rPr>
              <a:t>"</a:t>
            </a:r>
            <a:r>
              <a:rPr dirty="0" baseline="1424" sz="2925" spc="-592">
                <a:latin typeface="Lucida Sans Unicode"/>
                <a:cs typeface="Lucida Sans Unicode"/>
              </a:rPr>
              <a:t>l</a:t>
            </a:r>
            <a:r>
              <a:rPr dirty="0" sz="2850" spc="-395">
                <a:latin typeface="Lucida Sans Unicode"/>
                <a:cs typeface="Lucida Sans Unicode"/>
              </a:rPr>
              <a:t>@@@@,</a:t>
            </a:r>
            <a:r>
              <a:rPr dirty="0" sz="2850">
                <a:latin typeface="Lucida Sans Unicode"/>
                <a:cs typeface="Lucida Sans Unicode"/>
              </a:rPr>
              <a:t>	</a:t>
            </a:r>
            <a:r>
              <a:rPr dirty="0" sz="2850" spc="-170">
                <a:latin typeface="Lucida Sans Unicode"/>
                <a:cs typeface="Lucida Sans Unicode"/>
              </a:rPr>
              <a:t>i</a:t>
            </a:r>
            <a:endParaRPr sz="28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9607" rIns="0" bIns="0" rtlCol="0" vert="horz">
            <a:spAutoFit/>
          </a:bodyPr>
          <a:lstStyle/>
          <a:p>
            <a:pPr marL="4872355">
              <a:lnSpc>
                <a:spcPct val="100000"/>
              </a:lnSpc>
              <a:spcBef>
                <a:spcPts val="90"/>
              </a:spcBef>
            </a:pPr>
            <a:r>
              <a:rPr dirty="0" spc="-355"/>
              <a:t>OD&amp;Q$3•VideoMAEQiIé@@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185475" y="5067652"/>
            <a:ext cx="4432300" cy="459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50" spc="-480">
                <a:latin typeface="Lucida Sans Unicode"/>
                <a:cs typeface="Lucida Sans Unicode"/>
              </a:rPr>
              <a:t>Masked</a:t>
            </a:r>
            <a:r>
              <a:rPr dirty="0" sz="2850" spc="-235">
                <a:latin typeface="Lucida Sans Unicode"/>
                <a:cs typeface="Lucida Sans Unicode"/>
              </a:rPr>
              <a:t> </a:t>
            </a:r>
            <a:r>
              <a:rPr dirty="0" sz="2850" spc="-330">
                <a:latin typeface="Lucida Sans Unicode"/>
                <a:cs typeface="Lucida Sans Unicode"/>
              </a:rPr>
              <a:t>AutoencodingtftItlBtIlI@›</a:t>
            </a:r>
            <a:endParaRPr sz="2850">
              <a:latin typeface="Lucida Sans Unicode"/>
              <a:cs typeface="Lucida Sans Unicod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14918" y="5499452"/>
            <a:ext cx="3954779" cy="459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50">
                <a:latin typeface="Lucida Sans Unicode"/>
                <a:cs typeface="Lucida Sans Unicode"/>
              </a:rPr>
              <a:t>t€fi89fBNM8</a:t>
            </a:r>
            <a:r>
              <a:rPr dirty="0" sz="2850" spc="-145">
                <a:latin typeface="Lucida Sans Unicode"/>
                <a:cs typeface="Lucida Sans Unicode"/>
              </a:rPr>
              <a:t> </a:t>
            </a:r>
            <a:r>
              <a:rPr dirty="0" sz="2850" spc="160">
                <a:latin typeface="Lucida Sans Unicode"/>
                <a:cs typeface="Lucida Sans Unicode"/>
              </a:rPr>
              <a:t>19ié7b6</a:t>
            </a:r>
            <a:endParaRPr sz="2850">
              <a:latin typeface="Lucida Sans Unicode"/>
              <a:cs typeface="Lucida Sans Unicode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70014" y="6480981"/>
            <a:ext cx="7659370" cy="1528445"/>
          </a:xfrm>
          <a:prstGeom prst="rect">
            <a:avLst/>
          </a:prstGeom>
        </p:spPr>
        <p:txBody>
          <a:bodyPr wrap="square" lIns="0" tIns="160655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1265"/>
              </a:spcBef>
              <a:tabLst>
                <a:tab pos="977900" algn="l"/>
                <a:tab pos="2079625" algn="l"/>
              </a:tabLst>
            </a:pPr>
            <a:r>
              <a:rPr dirty="0" sz="2850" spc="105">
                <a:latin typeface="Lucida Sans Unicode"/>
                <a:cs typeface="Lucida Sans Unicode"/>
              </a:rPr>
              <a:t>IB</a:t>
            </a:r>
            <a:r>
              <a:rPr dirty="0" sz="2850">
                <a:latin typeface="Lucida Sans Unicode"/>
                <a:cs typeface="Lucida Sans Unicode"/>
              </a:rPr>
              <a:t>	</a:t>
            </a:r>
            <a:r>
              <a:rPr dirty="0" sz="2850" spc="155">
                <a:latin typeface="Lucida Sans Unicode"/>
                <a:cs typeface="Lucida Sans Unicode"/>
              </a:rPr>
              <a:t>QJ&amp;</a:t>
            </a:r>
            <a:r>
              <a:rPr dirty="0" sz="2850">
                <a:latin typeface="Lucida Sans Unicode"/>
                <a:cs typeface="Lucida Sans Unicode"/>
              </a:rPr>
              <a:t>	</a:t>
            </a:r>
            <a:r>
              <a:rPr dirty="0" sz="2850" spc="-245">
                <a:latin typeface="Lucida Sans Unicode"/>
                <a:cs typeface="Lucida Sans Unicode"/>
              </a:rPr>
              <a:t>(Domain</a:t>
            </a:r>
            <a:r>
              <a:rPr dirty="0" sz="2850" spc="-195">
                <a:latin typeface="Lucida Sans Unicode"/>
                <a:cs typeface="Lucida Sans Unicode"/>
              </a:rPr>
              <a:t> </a:t>
            </a:r>
            <a:r>
              <a:rPr dirty="0" sz="2850" spc="-240">
                <a:latin typeface="Lucida Sans Unicode"/>
                <a:cs typeface="Lucida Sans Unicode"/>
              </a:rPr>
              <a:t>Adaptation</a:t>
            </a:r>
            <a:r>
              <a:rPr dirty="0" sz="2850" spc="-175">
                <a:latin typeface="Lucida Sans Unicode"/>
                <a:cs typeface="Lucida Sans Unicode"/>
              </a:rPr>
              <a:t> </a:t>
            </a:r>
            <a:r>
              <a:rPr dirty="0" sz="2850" spc="-40">
                <a:latin typeface="Lucida Sans Unicode"/>
                <a:cs typeface="Lucida Sans Unicode"/>
              </a:rPr>
              <a:t>Strategy)</a:t>
            </a:r>
            <a:endParaRPr sz="2850">
              <a:latin typeface="Lucida Sans Unicode"/>
              <a:cs typeface="Lucida Sans Unicode"/>
            </a:endParaRPr>
          </a:p>
          <a:p>
            <a:pPr marL="414655" indent="-414655">
              <a:lnSpc>
                <a:spcPct val="100000"/>
              </a:lnSpc>
              <a:spcBef>
                <a:spcPts val="1030"/>
              </a:spcBef>
              <a:buClr>
                <a:srgbClr val="BF9C5B"/>
              </a:buClr>
              <a:buChar char="•"/>
              <a:tabLst>
                <a:tab pos="414655" algn="l"/>
                <a:tab pos="1119505" algn="l"/>
                <a:tab pos="2222500" algn="l"/>
                <a:tab pos="6606540" algn="l"/>
                <a:tab pos="7553959" algn="l"/>
              </a:tabLst>
            </a:pPr>
            <a:r>
              <a:rPr dirty="0" sz="2400" spc="-25">
                <a:solidFill>
                  <a:srgbClr val="D3AF75"/>
                </a:solidFill>
                <a:latin typeface="Lucida Sans Unicode"/>
                <a:cs typeface="Lucida Sans Unicode"/>
              </a:rPr>
              <a:t>JD</a:t>
            </a:r>
            <a:r>
              <a:rPr dirty="0" sz="2400">
                <a:solidFill>
                  <a:srgbClr val="D3AF75"/>
                </a:solidFill>
                <a:latin typeface="Lucida Sans Unicode"/>
                <a:cs typeface="Lucida Sans Unicode"/>
              </a:rPr>
              <a:t>	</a:t>
            </a:r>
            <a:r>
              <a:rPr dirty="0" sz="2400" spc="285">
                <a:solidFill>
                  <a:srgbClr val="D3AF75"/>
                </a:solidFill>
                <a:latin typeface="Lucida Sans Unicode"/>
                <a:cs typeface="Lucida Sans Unicode"/>
              </a:rPr>
              <a:t>itt¥tl</a:t>
            </a:r>
            <a:r>
              <a:rPr dirty="0" sz="2400">
                <a:solidFill>
                  <a:srgbClr val="D3AF75"/>
                </a:solidFill>
                <a:latin typeface="Lucida Sans Unicode"/>
                <a:cs typeface="Lucida Sans Unicode"/>
              </a:rPr>
              <a:t>	</a:t>
            </a:r>
            <a:r>
              <a:rPr dirty="0" sz="2400" spc="-185">
                <a:latin typeface="Lucida Sans Unicode"/>
                <a:cs typeface="Lucida Sans Unicode"/>
              </a:rPr>
              <a:t>(Parameter-</a:t>
            </a:r>
            <a:r>
              <a:rPr dirty="0" sz="2400" spc="-165">
                <a:latin typeface="Lucida Sans Unicode"/>
                <a:cs typeface="Lucida Sans Unicode"/>
              </a:rPr>
              <a:t>EfficientFine-</a:t>
            </a:r>
            <a:r>
              <a:rPr dirty="0" sz="2400" spc="-10">
                <a:latin typeface="Lucida Sans Unicode"/>
                <a:cs typeface="Lucida Sans Unicode"/>
              </a:rPr>
              <a:t>Tuning,</a:t>
            </a:r>
            <a:r>
              <a:rPr dirty="0" sz="2400">
                <a:latin typeface="Lucida Sans Unicode"/>
                <a:cs typeface="Lucida Sans Unicode"/>
              </a:rPr>
              <a:t>	</a:t>
            </a:r>
            <a:r>
              <a:rPr dirty="0" sz="2400" spc="-10">
                <a:latin typeface="Lucida Sans Unicode"/>
                <a:cs typeface="Lucida Sans Unicode"/>
              </a:rPr>
              <a:t>PEFT)</a:t>
            </a:r>
            <a:r>
              <a:rPr dirty="0" sz="2400">
                <a:latin typeface="Lucida Sans Unicode"/>
                <a:cs typeface="Lucida Sans Unicode"/>
              </a:rPr>
              <a:t>	</a:t>
            </a:r>
            <a:r>
              <a:rPr dirty="0" sz="2400" spc="-50">
                <a:latin typeface="Lucida Sans Unicode"/>
                <a:cs typeface="Lucida Sans Unicode"/>
              </a:rPr>
              <a:t>:</a:t>
            </a:r>
            <a:endParaRPr sz="2400">
              <a:latin typeface="Lucida Sans Unicode"/>
              <a:cs typeface="Lucida Sans Unicode"/>
            </a:endParaRPr>
          </a:p>
          <a:p>
            <a:pPr marL="820419">
              <a:lnSpc>
                <a:spcPct val="100000"/>
              </a:lnSpc>
              <a:spcBef>
                <a:spcPts val="270"/>
              </a:spcBef>
              <a:tabLst>
                <a:tab pos="2184400" algn="l"/>
              </a:tabLst>
            </a:pPr>
            <a:r>
              <a:rPr dirty="0" sz="2550" spc="-10">
                <a:latin typeface="Lucida Sans Unicode"/>
                <a:cs typeface="Lucida Sans Unicode"/>
              </a:rPr>
              <a:t>tilfl</a:t>
            </a:r>
            <a:r>
              <a:rPr dirty="0" sz="2550">
                <a:latin typeface="Lucida Sans Unicode"/>
                <a:cs typeface="Lucida Sans Unicode"/>
              </a:rPr>
              <a:t>	</a:t>
            </a:r>
            <a:r>
              <a:rPr dirty="0" sz="2550" spc="-10">
                <a:latin typeface="Lucida Sans Unicode"/>
                <a:cs typeface="Lucida Sans Unicode"/>
              </a:rPr>
              <a:t>ideoMAEACB@&amp;&amp;BT§to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518724" y="2529769"/>
            <a:ext cx="2352675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 spc="570">
                <a:latin typeface="Lucida Sans Unicode"/>
                <a:cs typeface="Lucida Sans Unicode"/>
              </a:rPr>
              <a:t>QJQ:</a:t>
            </a:r>
            <a:r>
              <a:rPr dirty="0" sz="2400" spc="245">
                <a:latin typeface="Lucida Sans Unicode"/>
                <a:cs typeface="Lucida Sans Unicode"/>
              </a:rPr>
              <a:t> </a:t>
            </a:r>
            <a:r>
              <a:rPr dirty="0" sz="2400" spc="-229">
                <a:latin typeface="Lucida Sans Unicode"/>
                <a:cs typeface="Lucida Sans Unicode"/>
              </a:rPr>
              <a:t>VideoMAE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926238" y="3452283"/>
            <a:ext cx="1069340" cy="279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160">
                <a:latin typeface="Lucida Sans Unicode"/>
                <a:cs typeface="Lucida Sans Unicode"/>
              </a:rPr>
              <a:t>Transformer</a:t>
            </a:r>
            <a:endParaRPr sz="1650">
              <a:latin typeface="Lucida Sans Unicode"/>
              <a:cs typeface="Lucida Sans Unicode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0793138" y="3452283"/>
            <a:ext cx="1069340" cy="279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160">
                <a:latin typeface="Lucida Sans Unicode"/>
                <a:cs typeface="Lucida Sans Unicode"/>
              </a:rPr>
              <a:t>Transformer</a:t>
            </a:r>
            <a:endParaRPr sz="1650">
              <a:latin typeface="Lucida Sans Unicode"/>
              <a:cs typeface="Lucida Sans Unicode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074566" y="5530850"/>
            <a:ext cx="299021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385">
                <a:latin typeface="Lucida Sans Unicode"/>
                <a:cs typeface="Lucida Sans Unicode"/>
              </a:rPr>
              <a:t>A&amp;U6: </a:t>
            </a:r>
            <a:r>
              <a:rPr dirty="0" sz="2500" spc="-340">
                <a:latin typeface="Lucida Sans Unicode"/>
                <a:cs typeface="Lucida Sans Unicode"/>
              </a:rPr>
              <a:t>Text</a:t>
            </a:r>
            <a:r>
              <a:rPr dirty="0" sz="2500" spc="-380">
                <a:latin typeface="Lucida Sans Unicode"/>
                <a:cs typeface="Lucida Sans Unicode"/>
              </a:rPr>
              <a:t> </a:t>
            </a:r>
            <a:r>
              <a:rPr dirty="0" sz="2500" spc="-215">
                <a:latin typeface="Lucida Sans Unicode"/>
                <a:cs typeface="Lucida Sans Unicode"/>
              </a:rPr>
              <a:t>Encoder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45350" y="8064852"/>
            <a:ext cx="7579995" cy="87884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384810" marR="5080" indent="-372745">
              <a:lnSpc>
                <a:spcPts val="3300"/>
              </a:lnSpc>
              <a:spcBef>
                <a:spcPts val="305"/>
              </a:spcBef>
              <a:buChar char="•"/>
              <a:tabLst>
                <a:tab pos="384810" algn="l"/>
                <a:tab pos="393700" algn="l"/>
                <a:tab pos="2244090" algn="l"/>
                <a:tab pos="4906010" algn="l"/>
                <a:tab pos="5168265" algn="l"/>
              </a:tabLst>
            </a:pPr>
            <a:r>
              <a:rPr dirty="0" sz="2850">
                <a:solidFill>
                  <a:srgbClr val="C19C5E"/>
                </a:solidFill>
                <a:latin typeface="Lucida Sans Unicode"/>
                <a:cs typeface="Lucida Sans Unicode"/>
              </a:rPr>
              <a:t>	</a:t>
            </a:r>
            <a:r>
              <a:rPr dirty="0" sz="2850" spc="-409">
                <a:solidFill>
                  <a:srgbClr val="B89556"/>
                </a:solidFill>
                <a:latin typeface="Lucida Sans Unicode"/>
                <a:cs typeface="Lucida Sans Unicode"/>
              </a:rPr>
              <a:t>@J/ll@id1ZH</a:t>
            </a:r>
            <a:r>
              <a:rPr dirty="0" sz="2850">
                <a:solidFill>
                  <a:srgbClr val="B89556"/>
                </a:solidFill>
                <a:latin typeface="Lucida Sans Unicode"/>
                <a:cs typeface="Lucida Sans Unicode"/>
              </a:rPr>
              <a:t>	</a:t>
            </a:r>
            <a:r>
              <a:rPr dirty="0" sz="2850" spc="-405">
                <a:latin typeface="Lucida Sans Unicode"/>
                <a:cs typeface="Lucida Sans Unicode"/>
              </a:rPr>
              <a:t>(Trainable</a:t>
            </a:r>
            <a:r>
              <a:rPr dirty="0" sz="2850" spc="-110">
                <a:latin typeface="Lucida Sans Unicode"/>
                <a:cs typeface="Lucida Sans Unicode"/>
              </a:rPr>
              <a:t> </a:t>
            </a:r>
            <a:r>
              <a:rPr dirty="0" sz="2850" spc="-430">
                <a:latin typeface="Lucida Sans Unicode"/>
                <a:cs typeface="Lucida Sans Unicode"/>
              </a:rPr>
              <a:t>Adapter)</a:t>
            </a:r>
            <a:r>
              <a:rPr dirty="0" sz="2850">
                <a:latin typeface="Lucida Sans Unicode"/>
                <a:cs typeface="Lucida Sans Unicode"/>
              </a:rPr>
              <a:t>	</a:t>
            </a:r>
            <a:r>
              <a:rPr dirty="0" sz="2850" spc="-50">
                <a:latin typeface="Lucida Sans Unicode"/>
                <a:cs typeface="Lucida Sans Unicode"/>
              </a:rPr>
              <a:t>:</a:t>
            </a:r>
            <a:r>
              <a:rPr dirty="0" sz="2850">
                <a:latin typeface="Lucida Sans Unicode"/>
                <a:cs typeface="Lucida Sans Unicode"/>
              </a:rPr>
              <a:t>	</a:t>
            </a:r>
            <a:r>
              <a:rPr dirty="0" sz="2850" spc="-370">
                <a:latin typeface="Lucida Sans Unicode"/>
                <a:cs typeface="Lucida Sans Unicode"/>
              </a:rPr>
              <a:t>GTransformer@&amp; </a:t>
            </a:r>
            <a:r>
              <a:rPr dirty="0" sz="2850" spc="-180">
                <a:latin typeface="Lucida Sans Unicode"/>
                <a:cs typeface="Lucida Sans Unicode"/>
              </a:rPr>
              <a:t>f0At2Nfg@AdapterRtt‹</a:t>
            </a:r>
            <a:endParaRPr sz="2850">
              <a:latin typeface="Lucida Sans Unicode"/>
              <a:cs typeface="Lucida Sans Unicode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9631757" y="6553644"/>
            <a:ext cx="6767830" cy="1502410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695"/>
              </a:spcBef>
              <a:tabLst>
                <a:tab pos="589280" algn="l"/>
                <a:tab pos="976630" algn="l"/>
              </a:tabLst>
            </a:pPr>
            <a:r>
              <a:rPr dirty="0" sz="2850" spc="-25">
                <a:latin typeface="Lucida Sans Unicode"/>
                <a:cs typeface="Lucida Sans Unicode"/>
              </a:rPr>
              <a:t>?l</a:t>
            </a:r>
            <a:r>
              <a:rPr dirty="0" sz="2850">
                <a:latin typeface="Lucida Sans Unicode"/>
                <a:cs typeface="Lucida Sans Unicode"/>
              </a:rPr>
              <a:t>	</a:t>
            </a:r>
            <a:r>
              <a:rPr dirty="0" sz="2850" spc="-50">
                <a:latin typeface="Lucida Sans Unicode"/>
                <a:cs typeface="Lucida Sans Unicode"/>
              </a:rPr>
              <a:t>I</a:t>
            </a:r>
            <a:r>
              <a:rPr dirty="0" sz="2850">
                <a:latin typeface="Lucida Sans Unicode"/>
                <a:cs typeface="Lucida Sans Unicode"/>
              </a:rPr>
              <a:t>	</a:t>
            </a:r>
            <a:r>
              <a:rPr dirty="0" sz="2850" spc="-10">
                <a:latin typeface="Lucida Sans Unicode"/>
                <a:cs typeface="Lucida Sans Unicode"/>
              </a:rPr>
              <a:t>RAdapter?</a:t>
            </a:r>
            <a:endParaRPr sz="2850">
              <a:latin typeface="Lucida Sans Unicode"/>
              <a:cs typeface="Lucida Sans Unicode"/>
            </a:endParaRPr>
          </a:p>
          <a:p>
            <a:pPr marL="377825" indent="-365125">
              <a:lnSpc>
                <a:spcPts val="3190"/>
              </a:lnSpc>
              <a:spcBef>
                <a:spcPts val="630"/>
              </a:spcBef>
              <a:buClr>
                <a:srgbClr val="C19C62"/>
              </a:buClr>
              <a:buChar char="•"/>
              <a:tabLst>
                <a:tab pos="377825" algn="l"/>
                <a:tab pos="3934460" algn="l"/>
                <a:tab pos="6663690" algn="l"/>
              </a:tabLst>
            </a:pPr>
            <a:r>
              <a:rPr dirty="0" sz="2900">
                <a:latin typeface="Lucida Sans Unicode"/>
                <a:cs typeface="Lucida Sans Unicode"/>
              </a:rPr>
              <a:t>i¥8:</a:t>
            </a:r>
            <a:r>
              <a:rPr dirty="0" sz="2900" spc="204">
                <a:latin typeface="Lucida Sans Unicode"/>
                <a:cs typeface="Lucida Sans Unicode"/>
              </a:rPr>
              <a:t> </a:t>
            </a:r>
            <a:r>
              <a:rPr dirty="0" sz="2900" spc="120">
                <a:latin typeface="Lucida Sans Unicode"/>
                <a:cs typeface="Lucida Sans Unicode"/>
              </a:rPr>
              <a:t>03€&amp;Q1'Efi?t</a:t>
            </a:r>
            <a:r>
              <a:rPr dirty="0" sz="2900">
                <a:latin typeface="Lucida Sans Unicode"/>
                <a:cs typeface="Lucida Sans Unicode"/>
              </a:rPr>
              <a:t>	</a:t>
            </a:r>
            <a:r>
              <a:rPr dirty="0" sz="2900" spc="145">
                <a:latin typeface="Lucida Sans Unicode"/>
                <a:cs typeface="Lucida Sans Unicode"/>
              </a:rPr>
              <a:t>(A1TI</a:t>
            </a:r>
            <a:r>
              <a:rPr dirty="0" sz="2900" spc="-100">
                <a:latin typeface="Lucida Sans Unicode"/>
                <a:cs typeface="Lucida Sans Unicode"/>
              </a:rPr>
              <a:t> </a:t>
            </a:r>
            <a:r>
              <a:rPr dirty="0" sz="2900" spc="-360">
                <a:latin typeface="Lucida Sans Unicode"/>
                <a:cs typeface="Lucida Sans Unicode"/>
              </a:rPr>
              <a:t>lfg&amp;3-</a:t>
            </a:r>
            <a:r>
              <a:rPr dirty="0" sz="2900" spc="-390">
                <a:latin typeface="Lucida Sans Unicode"/>
                <a:cs typeface="Lucida Sans Unicode"/>
              </a:rPr>
              <a:t>5%)</a:t>
            </a:r>
            <a:r>
              <a:rPr dirty="0" sz="2900">
                <a:latin typeface="Lucida Sans Unicode"/>
                <a:cs typeface="Lucida Sans Unicode"/>
              </a:rPr>
              <a:t>	</a:t>
            </a:r>
            <a:r>
              <a:rPr dirty="0" sz="2900" spc="-150">
                <a:latin typeface="Lucida Sans Unicode"/>
                <a:cs typeface="Lucida Sans Unicode"/>
              </a:rPr>
              <a:t>,</a:t>
            </a:r>
            <a:endParaRPr sz="2900">
              <a:latin typeface="Lucida Sans Unicode"/>
              <a:cs typeface="Lucida Sans Unicode"/>
            </a:endParaRPr>
          </a:p>
          <a:p>
            <a:pPr marL="353695">
              <a:lnSpc>
                <a:spcPts val="3790"/>
              </a:lnSpc>
            </a:pPr>
            <a:r>
              <a:rPr dirty="0" sz="3400" spc="-335">
                <a:latin typeface="Lucida Sans Unicode"/>
                <a:cs typeface="Lucida Sans Unicode"/>
              </a:rPr>
              <a:t>:kfiB1&amp;?lI&amp;‹DB@sPuAJ?6R‹</a:t>
            </a:r>
            <a:endParaRPr sz="3400">
              <a:latin typeface="Lucida Sans Unicode"/>
              <a:cs typeface="Lucida Sans Unicode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2926466" y="4972755"/>
            <a:ext cx="1650364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175">
                <a:latin typeface="Lucida Sans Unicode"/>
                <a:cs typeface="Lucida Sans Unicode"/>
              </a:rPr>
              <a:t>(Fused</a:t>
            </a:r>
            <a:r>
              <a:rPr dirty="0" sz="1950" spc="-204">
                <a:latin typeface="Lucida Sans Unicode"/>
                <a:cs typeface="Lucida Sans Unicode"/>
              </a:rPr>
              <a:t> </a:t>
            </a:r>
            <a:r>
              <a:rPr dirty="0" sz="1950" spc="-165">
                <a:latin typeface="Lucida Sans Unicode"/>
                <a:cs typeface="Lucida Sans Unicode"/>
              </a:rPr>
              <a:t>Features)</a:t>
            </a:r>
            <a:endParaRPr sz="1950">
              <a:latin typeface="Lucida Sans Unicode"/>
              <a:cs typeface="Lucida Sans Unicode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5263266" y="4972755"/>
            <a:ext cx="1216660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245">
                <a:latin typeface="Lucida Sans Unicode"/>
                <a:cs typeface="Lucida Sans Unicode"/>
              </a:rPr>
              <a:t>(Task</a:t>
            </a:r>
            <a:r>
              <a:rPr dirty="0" sz="1950" spc="-300">
                <a:latin typeface="Lucida Sans Unicode"/>
                <a:cs typeface="Lucida Sans Unicode"/>
              </a:rPr>
              <a:t> </a:t>
            </a:r>
            <a:r>
              <a:rPr dirty="0" sz="1950" spc="-210">
                <a:latin typeface="Lucida Sans Unicode"/>
                <a:cs typeface="Lucida Sans Unicode"/>
              </a:rPr>
              <a:t>Heads)</a:t>
            </a:r>
            <a:endParaRPr sz="19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9049" y="3052233"/>
            <a:ext cx="3104515" cy="86995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209550" marR="5080" indent="-197485">
              <a:lnSpc>
                <a:spcPts val="3150"/>
              </a:lnSpc>
              <a:spcBef>
                <a:spcPts val="495"/>
              </a:spcBef>
              <a:tabLst>
                <a:tab pos="1644650" algn="l"/>
              </a:tabLst>
            </a:pPr>
            <a:r>
              <a:rPr dirty="0" sz="2900" spc="220">
                <a:latin typeface="Calibri"/>
                <a:cs typeface="Calibri"/>
              </a:rPr>
              <a:t>@-</a:t>
            </a:r>
            <a:r>
              <a:rPr dirty="0" sz="2900" spc="155">
                <a:latin typeface="Calibri"/>
                <a:cs typeface="Calibri"/>
              </a:rPr>
              <a:t>°n§U:</a:t>
            </a:r>
            <a:r>
              <a:rPr dirty="0" sz="2900">
                <a:latin typeface="Calibri"/>
                <a:cs typeface="Calibri"/>
              </a:rPr>
              <a:t>	</a:t>
            </a:r>
            <a:r>
              <a:rPr dirty="0" sz="2900" spc="220">
                <a:latin typeface="Calibri"/>
                <a:cs typeface="Calibri"/>
              </a:rPr>
              <a:t>i7ñ|O&amp; </a:t>
            </a:r>
            <a:r>
              <a:rPr dirty="0" sz="2900" spc="65">
                <a:latin typeface="Calibri"/>
                <a:cs typeface="Calibri"/>
              </a:rPr>
              <a:t>(Evaluation</a:t>
            </a:r>
            <a:r>
              <a:rPr dirty="0" sz="2900" spc="120">
                <a:latin typeface="Calibri"/>
                <a:cs typeface="Calibri"/>
              </a:rPr>
              <a:t> </a:t>
            </a:r>
            <a:r>
              <a:rPr dirty="0" sz="2900" spc="70">
                <a:latin typeface="Calibri"/>
                <a:cs typeface="Calibri"/>
              </a:rPr>
              <a:t>Tasks)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36549" y="3052233"/>
            <a:ext cx="6654165" cy="46990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650364" algn="l"/>
                <a:tab pos="2298065" algn="l"/>
                <a:tab pos="3630929" algn="l"/>
                <a:tab pos="4476750" algn="l"/>
              </a:tabLst>
            </a:pPr>
            <a:r>
              <a:rPr dirty="0" sz="2900" spc="-10">
                <a:solidFill>
                  <a:srgbClr val="000000"/>
                </a:solidFill>
                <a:latin typeface="Calibri"/>
                <a:cs typeface="Calibri"/>
              </a:rPr>
              <a:t>@Zz°«§f}:</a:t>
            </a:r>
            <a:r>
              <a:rPr dirty="0" sz="290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dirty="0" sz="2900" spc="-25">
                <a:solidFill>
                  <a:srgbClr val="000000"/>
                </a:solidFill>
                <a:latin typeface="Calibri"/>
                <a:cs typeface="Calibri"/>
              </a:rPr>
              <a:t>El</a:t>
            </a:r>
            <a:r>
              <a:rPr dirty="0" sz="290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dirty="0" sz="2900" spc="-10">
                <a:solidFill>
                  <a:srgbClr val="000000"/>
                </a:solidFill>
                <a:latin typeface="Calibri"/>
                <a:cs typeface="Calibri"/>
              </a:rPr>
              <a:t>@f/t)»</a:t>
            </a:r>
            <a:r>
              <a:rPr dirty="0" sz="290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dirty="0" sz="2900" spc="-25">
                <a:solidFill>
                  <a:srgbClr val="000000"/>
                </a:solidFill>
                <a:latin typeface="Calibri"/>
                <a:cs typeface="Calibri"/>
              </a:rPr>
              <a:t>tg</a:t>
            </a:r>
            <a:r>
              <a:rPr dirty="0" sz="290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dirty="0" sz="2900" spc="80">
                <a:solidFill>
                  <a:srgbClr val="000000"/>
                </a:solidFill>
                <a:latin typeface="Calibri"/>
                <a:cs typeface="Calibri"/>
              </a:rPr>
              <a:t>(Three-</a:t>
            </a:r>
            <a:r>
              <a:rPr dirty="0" sz="2900" spc="70">
                <a:solidFill>
                  <a:srgbClr val="000000"/>
                </a:solidFill>
                <a:latin typeface="Calibri"/>
                <a:cs typeface="Calibri"/>
              </a:rPr>
              <a:t>Layer)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3196645" y="3052233"/>
            <a:ext cx="2813050" cy="86995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12700" marR="5080" indent="119380">
              <a:lnSpc>
                <a:spcPts val="3150"/>
              </a:lnSpc>
              <a:spcBef>
                <a:spcPts val="495"/>
              </a:spcBef>
              <a:tabLst>
                <a:tab pos="1783714" algn="l"/>
              </a:tabLst>
            </a:pPr>
            <a:r>
              <a:rPr dirty="0" sz="2900" spc="495">
                <a:latin typeface="Calibri"/>
                <a:cs typeface="Calibri"/>
              </a:rPr>
              <a:t>E$fU:</a:t>
            </a:r>
            <a:r>
              <a:rPr dirty="0" sz="2900">
                <a:latin typeface="Calibri"/>
                <a:cs typeface="Calibri"/>
              </a:rPr>
              <a:t>	</a:t>
            </a:r>
            <a:r>
              <a:rPr dirty="0" sz="2900" spc="900">
                <a:latin typeface="Calibri"/>
                <a:cs typeface="Calibri"/>
              </a:rPr>
              <a:t>Q@ </a:t>
            </a:r>
            <a:r>
              <a:rPr dirty="0" sz="2900" spc="65">
                <a:latin typeface="Calibri"/>
                <a:cs typeface="Calibri"/>
              </a:rPr>
              <a:t>(Baseline</a:t>
            </a:r>
            <a:r>
              <a:rPr dirty="0" sz="2900" spc="-5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Models)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866216" y="3858683"/>
            <a:ext cx="7708900" cy="1562100"/>
          </a:xfrm>
          <a:prstGeom prst="rect">
            <a:avLst/>
          </a:prstGeom>
          <a:ln w="12700">
            <a:solidFill>
              <a:srgbClr val="44545B"/>
            </a:solidFill>
          </a:ln>
        </p:spPr>
        <p:txBody>
          <a:bodyPr wrap="square" lIns="0" tIns="71755" rIns="0" bIns="0" rtlCol="0" vert="horz">
            <a:spAutoFit/>
          </a:bodyPr>
          <a:lstStyle/>
          <a:p>
            <a:pPr marL="207010">
              <a:lnSpc>
                <a:spcPct val="100000"/>
              </a:lnSpc>
              <a:spcBef>
                <a:spcPts val="565"/>
              </a:spcBef>
              <a:tabLst>
                <a:tab pos="629920" algn="l"/>
                <a:tab pos="1690370" algn="l"/>
              </a:tabLst>
            </a:pPr>
            <a:r>
              <a:rPr dirty="0" sz="2600" spc="-25">
                <a:solidFill>
                  <a:srgbClr val="0A2D52"/>
                </a:solidFill>
                <a:latin typeface="Calibri"/>
                <a:cs typeface="Calibri"/>
              </a:rPr>
              <a:t>‹s</a:t>
            </a:r>
            <a:r>
              <a:rPr dirty="0" sz="2600">
                <a:solidFill>
                  <a:srgbClr val="0A2D52"/>
                </a:solidFill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@$g/Z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60">
                <a:latin typeface="Calibri"/>
                <a:cs typeface="Calibri"/>
              </a:rPr>
              <a:t>(Perception</a:t>
            </a:r>
            <a:r>
              <a:rPr dirty="0" sz="2600" spc="90">
                <a:latin typeface="Calibri"/>
                <a:cs typeface="Calibri"/>
              </a:rPr>
              <a:t> </a:t>
            </a:r>
            <a:r>
              <a:rPr dirty="0" sz="2600" spc="114">
                <a:latin typeface="Calibri"/>
                <a:cs typeface="Calibri"/>
              </a:rPr>
              <a:t>Layer)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866216" y="5564716"/>
            <a:ext cx="7721600" cy="1545590"/>
          </a:xfrm>
          <a:prstGeom prst="rect">
            <a:avLst/>
          </a:prstGeom>
          <a:ln w="12700">
            <a:solidFill>
              <a:srgbClr val="0C2338"/>
            </a:solidFill>
          </a:ln>
        </p:spPr>
        <p:txBody>
          <a:bodyPr wrap="square" lIns="0" tIns="22860" rIns="0" bIns="0" rtlCol="0" vert="horz">
            <a:spAutoFit/>
          </a:bodyPr>
          <a:lstStyle/>
          <a:p>
            <a:pPr marL="633095">
              <a:lnSpc>
                <a:spcPct val="100000"/>
              </a:lnSpc>
              <a:spcBef>
                <a:spcPts val="180"/>
              </a:spcBef>
              <a:tabLst>
                <a:tab pos="1687195" algn="l"/>
              </a:tabLst>
            </a:pPr>
            <a:r>
              <a:rPr dirty="0" sz="2950" spc="-10">
                <a:solidFill>
                  <a:srgbClr val="AEAEAE"/>
                </a:solidFill>
                <a:latin typeface="Calibri"/>
                <a:cs typeface="Calibri"/>
              </a:rPr>
              <a:t>ig</a:t>
            </a:r>
            <a:r>
              <a:rPr dirty="0" sz="2950" spc="-10">
                <a:latin typeface="Calibri"/>
                <a:cs typeface="Calibri"/>
              </a:rPr>
              <a:t>’V@</a:t>
            </a:r>
            <a:r>
              <a:rPr dirty="0" sz="2950">
                <a:latin typeface="Calibri"/>
                <a:cs typeface="Calibri"/>
              </a:rPr>
              <a:t>	</a:t>
            </a:r>
            <a:r>
              <a:rPr dirty="0" sz="2950" spc="-50">
                <a:latin typeface="Calibri"/>
                <a:cs typeface="Calibri"/>
              </a:rPr>
              <a:t>(Semantic</a:t>
            </a:r>
            <a:r>
              <a:rPr dirty="0" sz="2950" spc="-80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Layer)</a:t>
            </a:r>
            <a:endParaRPr sz="2950">
              <a:latin typeface="Calibri"/>
              <a:cs typeface="Calibri"/>
            </a:endParaRPr>
          </a:p>
          <a:p>
            <a:pPr marL="1160780">
              <a:lnSpc>
                <a:spcPct val="100000"/>
              </a:lnSpc>
              <a:spcBef>
                <a:spcPts val="1010"/>
              </a:spcBef>
              <a:tabLst>
                <a:tab pos="1404620" algn="l"/>
                <a:tab pos="2280920" algn="l"/>
              </a:tabLst>
            </a:pPr>
            <a:r>
              <a:rPr dirty="0" sz="2600" spc="-50">
                <a:latin typeface="Calibri"/>
                <a:cs typeface="Calibri"/>
              </a:rPr>
              <a:t>: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BLEU,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10">
                <a:latin typeface="Calibri"/>
                <a:cs typeface="Calibri"/>
              </a:rPr>
              <a:t>ROUGE-</a:t>
            </a:r>
            <a:r>
              <a:rPr dirty="0" sz="2600" spc="-50">
                <a:latin typeface="Calibri"/>
                <a:cs typeface="Calibri"/>
              </a:rPr>
              <a:t>L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2976250" y="4183591"/>
            <a:ext cx="3525520" cy="857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21765" algn="l"/>
                <a:tab pos="2501265" algn="l"/>
              </a:tabLst>
            </a:pPr>
            <a:r>
              <a:rPr dirty="0" sz="2700" spc="-445">
                <a:latin typeface="Calibri"/>
                <a:cs typeface="Calibri"/>
              </a:rPr>
              <a:t>@—</a:t>
            </a:r>
            <a:r>
              <a:rPr dirty="0" sz="2700" spc="-10">
                <a:latin typeface="Calibri"/>
                <a:cs typeface="Calibri"/>
              </a:rPr>
              <a:t>fiCLIP,</a:t>
            </a:r>
            <a:r>
              <a:rPr dirty="0" sz="2700">
                <a:latin typeface="Calibri"/>
                <a:cs typeface="Calibri"/>
              </a:rPr>
              <a:t>	</a:t>
            </a:r>
            <a:r>
              <a:rPr dirty="0" sz="2700" spc="-55">
                <a:latin typeface="Calibri"/>
                <a:cs typeface="Calibri"/>
              </a:rPr>
              <a:t>BLIP-</a:t>
            </a:r>
            <a:r>
              <a:rPr dirty="0" sz="2700" spc="-25">
                <a:latin typeface="Calibri"/>
                <a:cs typeface="Calibri"/>
              </a:rPr>
              <a:t>2,</a:t>
            </a:r>
            <a:r>
              <a:rPr dirty="0" sz="2700">
                <a:latin typeface="Calibri"/>
                <a:cs typeface="Calibri"/>
              </a:rPr>
              <a:t>	</a:t>
            </a:r>
            <a:r>
              <a:rPr dirty="0" sz="2700" spc="-10">
                <a:latin typeface="Calibri"/>
                <a:cs typeface="Calibri"/>
              </a:rPr>
              <a:t>LLaVA-</a:t>
            </a:r>
            <a:endParaRPr sz="2700">
              <a:latin typeface="Calibri"/>
              <a:cs typeface="Calibri"/>
            </a:endParaRPr>
          </a:p>
          <a:p>
            <a:pPr marL="34925">
              <a:lnSpc>
                <a:spcPct val="100000"/>
              </a:lnSpc>
              <a:spcBef>
                <a:spcPts val="60"/>
              </a:spcBef>
              <a:tabLst>
                <a:tab pos="1025525" algn="l"/>
              </a:tabLst>
            </a:pPr>
            <a:r>
              <a:rPr dirty="0" sz="2700" spc="-10">
                <a:latin typeface="Calibri"/>
                <a:cs typeface="Calibri"/>
              </a:rPr>
              <a:t>Video,</a:t>
            </a:r>
            <a:r>
              <a:rPr dirty="0" sz="2700">
                <a:latin typeface="Calibri"/>
                <a:cs typeface="Calibri"/>
              </a:rPr>
              <a:t>	Video-</a:t>
            </a:r>
            <a:r>
              <a:rPr dirty="0" sz="2700" spc="-10">
                <a:latin typeface="Calibri"/>
                <a:cs typeface="Calibri"/>
              </a:rPr>
              <a:t>LLaMAlffiD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074290" y="7274983"/>
            <a:ext cx="231140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50">
                <a:solidFill>
                  <a:srgbClr val="C3954F"/>
                </a:solidFill>
                <a:latin typeface="Calibri"/>
                <a:cs typeface="Calibri"/>
              </a:rPr>
              <a:t>B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505587" y="7143912"/>
            <a:ext cx="3793490" cy="1136015"/>
          </a:xfrm>
          <a:prstGeom prst="rect">
            <a:avLst/>
          </a:prstGeom>
        </p:spPr>
        <p:txBody>
          <a:bodyPr wrap="square" lIns="0" tIns="145415" rIns="0" bIns="0" rtlCol="0" vert="horz">
            <a:spAutoFit/>
          </a:bodyPr>
          <a:lstStyle/>
          <a:p>
            <a:pPr algn="ctr" marL="438784">
              <a:lnSpc>
                <a:spcPct val="100000"/>
              </a:lnSpc>
              <a:spcBef>
                <a:spcPts val="1145"/>
              </a:spcBef>
              <a:tabLst>
                <a:tab pos="915669" algn="l"/>
              </a:tabLst>
            </a:pPr>
            <a:r>
              <a:rPr dirty="0" sz="2900">
                <a:latin typeface="Calibri"/>
                <a:cs typeface="Calibri"/>
              </a:rPr>
              <a:t>@	</a:t>
            </a:r>
            <a:r>
              <a:rPr dirty="0" sz="2900" spc="-35">
                <a:latin typeface="Calibri"/>
                <a:cs typeface="Calibri"/>
              </a:rPr>
              <a:t>(Reasoning</a:t>
            </a:r>
            <a:r>
              <a:rPr dirty="0" sz="2900" spc="-85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Layer)</a:t>
            </a:r>
            <a:endParaRPr sz="2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969"/>
              </a:spcBef>
              <a:tabLst>
                <a:tab pos="761365" algn="l"/>
                <a:tab pos="2180590" algn="l"/>
              </a:tabLst>
            </a:pPr>
            <a:r>
              <a:rPr dirty="0" sz="2700" spc="-10">
                <a:latin typeface="Calibri"/>
                <a:cs typeface="Calibri"/>
              </a:rPr>
              <a:t>fâfg:</a:t>
            </a:r>
            <a:r>
              <a:rPr dirty="0" sz="2700">
                <a:latin typeface="Calibri"/>
                <a:cs typeface="Calibri"/>
              </a:rPr>
              <a:t>	</a:t>
            </a:r>
            <a:r>
              <a:rPr dirty="0" sz="2700" spc="120">
                <a:latin typeface="Calibri"/>
                <a:cs typeface="Calibri"/>
              </a:rPr>
              <a:t>fgBQMB</a:t>
            </a:r>
            <a:r>
              <a:rPr dirty="0" sz="2700">
                <a:latin typeface="Calibri"/>
                <a:cs typeface="Calibri"/>
              </a:rPr>
              <a:t>	</a:t>
            </a:r>
            <a:r>
              <a:rPr dirty="0" sz="2700" spc="-155">
                <a:latin typeface="Calibri"/>
                <a:cs typeface="Calibri"/>
              </a:rPr>
              <a:t>(Exact</a:t>
            </a:r>
            <a:r>
              <a:rPr dirty="0" sz="2700" spc="-114">
                <a:latin typeface="Calibri"/>
                <a:cs typeface="Calibri"/>
              </a:rPr>
              <a:t> </a:t>
            </a:r>
            <a:r>
              <a:rPr dirty="0" sz="2700" spc="-290">
                <a:latin typeface="Calibri"/>
                <a:cs typeface="Calibri"/>
              </a:rPr>
              <a:t>Match)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479817" y="7841191"/>
            <a:ext cx="485330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31775" algn="l"/>
                <a:tab pos="3849370" algn="l"/>
              </a:tabLst>
            </a:pPr>
            <a:r>
              <a:rPr dirty="0" sz="2700" spc="-50">
                <a:latin typeface="Calibri"/>
                <a:cs typeface="Calibri"/>
              </a:rPr>
              <a:t>,</a:t>
            </a:r>
            <a:r>
              <a:rPr dirty="0" sz="2700">
                <a:latin typeface="Calibri"/>
                <a:cs typeface="Calibri"/>
              </a:rPr>
              <a:t>	</a:t>
            </a:r>
            <a:r>
              <a:rPr dirty="0" sz="2700" spc="850">
                <a:latin typeface="Calibri"/>
                <a:cs typeface="Calibri"/>
              </a:rPr>
              <a:t>FIC,</a:t>
            </a:r>
            <a:r>
              <a:rPr dirty="0" sz="2700" spc="245">
                <a:latin typeface="Calibri"/>
                <a:cs typeface="Calibri"/>
              </a:rPr>
              <a:t> </a:t>
            </a:r>
            <a:r>
              <a:rPr dirty="0" sz="2700" spc="335">
                <a:latin typeface="Calibri"/>
                <a:cs typeface="Calibri"/>
              </a:rPr>
              <a:t>YO</a:t>
            </a:r>
            <a:r>
              <a:rPr dirty="0" sz="2700" spc="-1040">
                <a:latin typeface="Calibri"/>
                <a:cs typeface="Calibri"/>
              </a:rPr>
              <a:t>U</a:t>
            </a:r>
            <a:r>
              <a:rPr dirty="0" sz="2700" spc="330">
                <a:latin typeface="Calibri"/>
                <a:cs typeface="Calibri"/>
              </a:rPr>
              <a:t>GPT-</a:t>
            </a:r>
            <a:r>
              <a:rPr dirty="0" sz="2700" spc="-10">
                <a:latin typeface="Calibri"/>
                <a:cs typeface="Calibri"/>
              </a:rPr>
              <a:t>4of??l&amp;</a:t>
            </a:r>
            <a:r>
              <a:rPr dirty="0" sz="2700">
                <a:latin typeface="Calibri"/>
                <a:cs typeface="Calibri"/>
              </a:rPr>
              <a:t>	</a:t>
            </a:r>
            <a:r>
              <a:rPr dirty="0" sz="2700" spc="-150">
                <a:latin typeface="Calibri"/>
                <a:cs typeface="Calibri"/>
              </a:rPr>
              <a:t>tIiTfâ?$‹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100" y="1803400"/>
            <a:ext cx="5524500" cy="59690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40600" y="1803400"/>
            <a:ext cx="9588500" cy="59690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4700" y="596900"/>
            <a:ext cx="8394700" cy="6350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98000" y="635000"/>
            <a:ext cx="6934200" cy="5842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62800" y="3200400"/>
            <a:ext cx="3797300" cy="4064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62800" y="6057900"/>
            <a:ext cx="3771900" cy="2921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62800" y="6769100"/>
            <a:ext cx="3784600" cy="30480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039150" y="7890933"/>
            <a:ext cx="4752340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565275" algn="l"/>
              </a:tabLst>
            </a:pPr>
            <a:r>
              <a:rPr dirty="0" sz="2900" spc="-10" i="1">
                <a:latin typeface="Calibri"/>
                <a:cs typeface="Calibri"/>
              </a:rPr>
              <a:t>K@@@&amp;.</a:t>
            </a:r>
            <a:r>
              <a:rPr dirty="0" sz="2900" i="1">
                <a:latin typeface="Calibri"/>
                <a:cs typeface="Calibri"/>
              </a:rPr>
              <a:t>	</a:t>
            </a:r>
            <a:r>
              <a:rPr dirty="0" sz="2900" spc="-150">
                <a:latin typeface="Calibri"/>
                <a:cs typeface="Calibri"/>
              </a:rPr>
              <a:t>(General</a:t>
            </a:r>
            <a:r>
              <a:rPr dirty="0" sz="2900" spc="-200">
                <a:latin typeface="Calibri"/>
                <a:cs typeface="Calibri"/>
              </a:rPr>
              <a:t> </a:t>
            </a:r>
            <a:r>
              <a:rPr dirty="0" sz="2900" spc="-140">
                <a:latin typeface="Calibri"/>
                <a:cs typeface="Calibri"/>
              </a:rPr>
              <a:t>Al</a:t>
            </a:r>
            <a:r>
              <a:rPr dirty="0" sz="2900" spc="-110">
                <a:latin typeface="Calibri"/>
                <a:cs typeface="Calibri"/>
              </a:rPr>
              <a:t> </a:t>
            </a:r>
            <a:r>
              <a:rPr dirty="0" sz="2900" spc="-114">
                <a:latin typeface="Calibri"/>
                <a:cs typeface="Calibri"/>
              </a:rPr>
              <a:t>Exploration)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096660" y="3671236"/>
            <a:ext cx="3571875" cy="1677670"/>
          </a:xfrm>
          <a:prstGeom prst="rect">
            <a:avLst/>
          </a:prstGeom>
        </p:spPr>
        <p:txBody>
          <a:bodyPr wrap="square" lIns="0" tIns="144780" rIns="0" bIns="0" rtlCol="0" vert="horz">
            <a:spAutoFit/>
          </a:bodyPr>
          <a:lstStyle/>
          <a:p>
            <a:pPr marL="208915">
              <a:lnSpc>
                <a:spcPct val="100000"/>
              </a:lnSpc>
              <a:spcBef>
                <a:spcPts val="1140"/>
              </a:spcBef>
            </a:pPr>
            <a:r>
              <a:rPr dirty="0" sz="2600" spc="-135">
                <a:latin typeface="Calibri"/>
                <a:cs typeface="Calibri"/>
              </a:rPr>
              <a:t>(CSV-</a:t>
            </a:r>
            <a:r>
              <a:rPr dirty="0" sz="2600" spc="-10">
                <a:latin typeface="Calibri"/>
                <a:cs typeface="Calibri"/>
              </a:rPr>
              <a:t>Bench)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600">
              <a:latin typeface="Calibri"/>
              <a:cs typeface="Calibri"/>
            </a:endParaRPr>
          </a:p>
          <a:p>
            <a:pPr marL="53340" marR="5080" indent="-41275">
              <a:lnSpc>
                <a:spcPct val="61400"/>
              </a:lnSpc>
              <a:tabLst>
                <a:tab pos="3358515" algn="l"/>
              </a:tabLst>
            </a:pPr>
            <a:r>
              <a:rPr dirty="0" sz="3800" spc="305">
                <a:latin typeface="Calibri"/>
                <a:cs typeface="Calibri"/>
              </a:rPr>
              <a:t>Rarz:</a:t>
            </a:r>
            <a:r>
              <a:rPr dirty="0" sz="3800" spc="70">
                <a:latin typeface="Calibri"/>
                <a:cs typeface="Calibri"/>
              </a:rPr>
              <a:t> </a:t>
            </a:r>
            <a:r>
              <a:rPr dirty="0" sz="3800" spc="-270">
                <a:latin typeface="Calibri"/>
                <a:cs typeface="Calibri"/>
              </a:rPr>
              <a:t>CitT—</a:t>
            </a:r>
            <a:r>
              <a:rPr dirty="0" sz="3800" spc="-340">
                <a:latin typeface="Calibri"/>
                <a:cs typeface="Calibri"/>
              </a:rPr>
              <a:t>R</a:t>
            </a:r>
            <a:r>
              <a:rPr dirty="0" sz="3800">
                <a:latin typeface="Calibri"/>
                <a:cs typeface="Calibri"/>
              </a:rPr>
              <a:t>	</a:t>
            </a:r>
            <a:r>
              <a:rPr dirty="0" sz="3800" spc="-310">
                <a:latin typeface="Calibri"/>
                <a:cs typeface="Calibri"/>
              </a:rPr>
              <a:t>a </a:t>
            </a:r>
            <a:r>
              <a:rPr dirty="0" sz="3800" spc="-315">
                <a:latin typeface="Calibri"/>
                <a:cs typeface="Calibri"/>
              </a:rPr>
              <a:t>6Efit›ElsJN‹2u@,</a:t>
            </a:r>
            <a:r>
              <a:rPr dirty="0" sz="3800" spc="340">
                <a:latin typeface="Calibri"/>
                <a:cs typeface="Calibri"/>
              </a:rPr>
              <a:t> </a:t>
            </a:r>
            <a:r>
              <a:rPr dirty="0" sz="3800" spc="-484">
                <a:latin typeface="Calibri"/>
                <a:cs typeface="Calibri"/>
              </a:rPr>
              <a:t>f›Ai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497787" y="7908572"/>
            <a:ext cx="5153660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839595" algn="l"/>
              </a:tabLst>
            </a:pPr>
            <a:r>
              <a:rPr dirty="0" sz="2750" spc="240">
                <a:latin typeface="Calibri"/>
                <a:cs typeface="Calibri"/>
              </a:rPr>
              <a:t>XZgOii!/B</a:t>
            </a:r>
            <a:r>
              <a:rPr dirty="0" sz="2750">
                <a:latin typeface="Calibri"/>
                <a:cs typeface="Calibri"/>
              </a:rPr>
              <a:t>	</a:t>
            </a:r>
            <a:r>
              <a:rPr dirty="0" sz="2750" spc="-70">
                <a:latin typeface="Calibri"/>
                <a:cs typeface="Calibri"/>
              </a:rPr>
              <a:t>(High-</a:t>
            </a:r>
            <a:r>
              <a:rPr dirty="0" sz="2750" spc="-35">
                <a:latin typeface="Calibri"/>
                <a:cs typeface="Calibri"/>
              </a:rPr>
              <a:t>lmpact</a:t>
            </a:r>
            <a:r>
              <a:rPr dirty="0" sz="2750" spc="-5">
                <a:latin typeface="Calibri"/>
                <a:cs typeface="Calibri"/>
              </a:rPr>
              <a:t> </a:t>
            </a:r>
            <a:r>
              <a:rPr dirty="0" sz="2750" spc="-65">
                <a:latin typeface="Calibri"/>
                <a:cs typeface="Calibri"/>
              </a:rPr>
              <a:t>Vertical</a:t>
            </a:r>
            <a:r>
              <a:rPr dirty="0" sz="2750" spc="-235">
                <a:latin typeface="Calibri"/>
                <a:cs typeface="Calibri"/>
              </a:rPr>
              <a:t> </a:t>
            </a:r>
            <a:r>
              <a:rPr dirty="0" sz="2750" spc="-25">
                <a:latin typeface="Calibri"/>
                <a:cs typeface="Calibri"/>
              </a:rPr>
              <a:t>Al)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52642" y="8760177"/>
            <a:ext cx="16690975" cy="9099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450" spc="-254">
                <a:latin typeface="Lucida Sans Unicode"/>
                <a:cs typeface="Lucida Sans Unicode"/>
              </a:rPr>
              <a:t>Z9z1tTg€ÅTBb17J?Øb?t/LRfg.</a:t>
            </a:r>
            <a:r>
              <a:rPr dirty="0" sz="3450" spc="340">
                <a:latin typeface="Lucida Sans Unicode"/>
                <a:cs typeface="Lucida Sans Unicode"/>
              </a:rPr>
              <a:t> </a:t>
            </a:r>
            <a:r>
              <a:rPr dirty="0" sz="3450" spc="-430">
                <a:latin typeface="Lucida Sans Unicode"/>
                <a:cs typeface="Lucida Sans Unicode"/>
              </a:rPr>
              <a:t>Z/:iAiB?t1+1°•9€iÅA¥t81SPETS.</a:t>
            </a:r>
            <a:r>
              <a:rPr dirty="0" sz="3450" spc="100">
                <a:latin typeface="Lucida Sans Unicode"/>
                <a:cs typeface="Lucida Sans Unicode"/>
              </a:rPr>
              <a:t> </a:t>
            </a:r>
            <a:r>
              <a:rPr dirty="0" sz="3450" spc="-470">
                <a:latin typeface="Lucida Sans Unicode"/>
                <a:cs typeface="Lucida Sans Unicode"/>
              </a:rPr>
              <a:t>9fibtasZt1åI/t€.</a:t>
            </a:r>
            <a:r>
              <a:rPr dirty="0" sz="3450" spc="-5">
                <a:latin typeface="Lucida Sans Unicode"/>
                <a:cs typeface="Lucida Sans Unicode"/>
              </a:rPr>
              <a:t> </a:t>
            </a:r>
            <a:r>
              <a:rPr dirty="0" sz="3450" spc="-484">
                <a:latin typeface="Lucida Sans Unicode"/>
                <a:cs typeface="Lucida Sans Unicode"/>
              </a:rPr>
              <a:t>iEZ7i&amp;ft01—</a:t>
            </a:r>
            <a:r>
              <a:rPr dirty="0" sz="3450" spc="-395">
                <a:latin typeface="Lucida Sans Unicode"/>
                <a:cs typeface="Lucida Sans Unicode"/>
              </a:rPr>
              <a:t>:3.</a:t>
            </a:r>
            <a:endParaRPr sz="3450">
              <a:latin typeface="Lucida Sans Unicode"/>
              <a:cs typeface="Lucida Sans Unicode"/>
            </a:endParaRPr>
          </a:p>
          <a:p>
            <a:pPr algn="r" marR="5080">
              <a:lnSpc>
                <a:spcPct val="100000"/>
              </a:lnSpc>
              <a:spcBef>
                <a:spcPts val="1060"/>
              </a:spcBef>
              <a:tabLst>
                <a:tab pos="246379" algn="l"/>
              </a:tabLst>
            </a:pPr>
            <a:r>
              <a:rPr dirty="0" sz="1450" spc="-50">
                <a:latin typeface="Calibri"/>
                <a:cs typeface="Calibri"/>
              </a:rPr>
              <a:t>G</a:t>
            </a:r>
            <a:r>
              <a:rPr dirty="0" sz="1450">
                <a:latin typeface="Calibri"/>
                <a:cs typeface="Calibri"/>
              </a:rPr>
              <a:t>	</a:t>
            </a:r>
            <a:r>
              <a:rPr dirty="0" sz="1450" spc="-10">
                <a:latin typeface="Calibri"/>
                <a:cs typeface="Calibri"/>
              </a:rPr>
              <a:t>NotebookLM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2025-12-25T16:07:28Z</dcterms:created>
  <dcterms:modified xsi:type="dcterms:W3CDTF">2025-12-25T16:07:28Z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2025-12-25T00:00:00Z</vt:filetime>
  </property>
  <property fmtid="{D5CDD505-2E9C-101B-9397-08002B2CF9AE}" pid="3" name="LastSaved">
    <vt:filetime>2025-12-25T00:00:00Z</vt:filetime>
  </property>
</Properties>
</file>