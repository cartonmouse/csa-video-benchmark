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FFC000"/>
    <a:srgbClr val="00B0F0"/>
    <a:srgbClr val="FBE5D6"/>
    <a:srgbClr val="ED7D31"/>
    <a:srgbClr val="A6A6A6"/>
    <a:srgbClr val="C5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6" y="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F5F00-FB94-46E5-9C70-6363F1CB498F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0B182-53DB-45D0-96B1-CF41347CD0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58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0B182-53DB-45D0-96B1-CF41347CD02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520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7C8FD-D18F-D531-E266-8C13DEE09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618EF9-2463-ED27-42FB-67379ED7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41E9C1-F8F6-AF0A-E53B-BA13C83E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A41A-FC7E-466C-9460-BB2870FEEAC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935FC6-5D87-115B-6909-553459EC8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3188EA-5D21-106C-E213-899A5EE0B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96E36-8C15-4181-9DE5-D39B1FB0C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890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5E80E-7932-E1B3-55D0-514C34333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A11C61-663E-DD63-4C26-FC572EDB4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FD65C5-73F4-1E1F-18BF-B5A98B93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A41A-FC7E-466C-9460-BB2870FEEAC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5BF106-BBEE-5098-3011-9D2D5A47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72391F-FF25-901A-4250-2E5EE5F5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96E36-8C15-4181-9DE5-D39B1FB0C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656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9633E4-87FC-06F7-709C-795D950B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A8AF52-4D08-6594-6653-6B5D015AD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F52550-341E-3D2C-4AD3-6108C6842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A41A-FC7E-466C-9460-BB2870FEEAC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4476C-5F66-72B9-FAE0-72D475943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61AF1A-A281-7A98-E172-E329E222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96E36-8C15-4181-9DE5-D39B1FB0C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783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B26B33-47AB-D92C-A454-3011B98F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6674E4-6688-288B-86FE-93CCDA0226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6D2F82-3FCD-16BD-7D32-E0B537745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DFBC74-CF75-5738-1E45-1C5892CA2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A41A-FC7E-466C-9460-BB2870FEEAC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3559D6-5DAF-E97A-8F7C-4A9901D6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555692-F0BF-9B46-9CDB-297A902FF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96E36-8C15-4181-9DE5-D39B1FB0C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675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42AD0-2E54-D51A-6345-CA52FA210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7965EA-9D1F-31D4-265C-B141A8FFD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1B15C8-194D-B210-8FBF-27E7546A4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C4709B-A17C-7C5A-CAE5-802ADBB78B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27B17E7-900A-C46B-9292-60D5599AB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595BE90-266F-0FA8-AD0E-81A4F584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A41A-FC7E-466C-9460-BB2870FEEAC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FDDFA53-D2C6-113D-E3C5-A057AFF88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5D972B-0D2F-E6B9-3741-9EB126AE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96E36-8C15-4181-9DE5-D39B1FB0C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338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A538A-3C08-7609-92D9-AFEDA65B2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8A5DCB-1DD3-22DE-15EB-2F6D410B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A41A-FC7E-466C-9460-BB2870FEEAC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32DE5D-CB61-19A8-B85F-D6F3BBB65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98C12C-37E8-3CBE-91F0-E44AD4D15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96E36-8C15-4181-9DE5-D39B1FB0C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615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796B27-7EDF-AF37-2595-4D11CED8B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A41A-FC7E-466C-9460-BB2870FEEAC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DA92CE-FE99-CED6-BB43-315BBD30B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39A192-3344-EF09-B19A-F2C66BA7F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96E36-8C15-4181-9DE5-D39B1FB0C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135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F46DD-51EF-5167-2C4E-95BA3C9EB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C38A86-65D3-220E-87A6-6649D1ECE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549F02-28AF-E643-8835-187F57216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877677-E716-5973-8372-ED517E81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A41A-FC7E-466C-9460-BB2870FEEAC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957390-BF09-BBF3-316D-28331F87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488FCB-7E16-7C30-57A0-A95BFF65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96E36-8C15-4181-9DE5-D39B1FB0C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096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02C1FD-1D7B-CDFF-BE8B-1CAEAFDE1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BB5951-79CF-F5E4-3AF7-33DBDB77DA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7B2153-BAA8-AD06-ABC8-D3217FF4D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FD00DC-AF71-84D1-DA58-AD6E519F5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A41A-FC7E-466C-9460-BB2870FEEAC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C4C4C5-B525-7A33-3094-6608AD9E7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F44689-0593-FD28-5389-EB4AC1E1E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96E36-8C15-4181-9DE5-D39B1FB0C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44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BF2093-38E6-D951-8F8D-F6189877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C9382A-FDF2-A3D1-1E82-385234799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12A370-A201-93EA-003E-6853F02A7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A41A-FC7E-466C-9460-BB2870FEEAC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B7FFB7-AEB7-57F9-B97B-1E7EC1D76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DD2226-5DB6-4BCE-D7EB-E95B7CC0A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96E36-8C15-4181-9DE5-D39B1FB0C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65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8DE0615-EAAD-CA96-2454-FF42F590A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9BA849-C5E8-FD13-7074-58039B23E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BA056C-9EA0-CF6F-E137-D4FA5A819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A41A-FC7E-466C-9460-BB2870FEEAC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46717B-33F8-8562-FCFA-BE79644BB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61CFD2-92D8-AAA2-A921-16CF7B04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96E36-8C15-4181-9DE5-D39B1FB0C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896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313D62-A718-7A27-5BA3-7CFFDBB81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4A7335-2013-B246-2C19-224C1C817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7B13DF-E971-ED37-650E-7FC3A3DE2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BA41A-FC7E-466C-9460-BB2870FEEAC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E5DFFC-048C-2F38-CA19-B54ED971C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D52A67-EBD1-8033-49BC-2D7C0D12E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C96E36-8C15-4181-9DE5-D39B1FB0C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369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2FC57565-BF53-5C4E-5EE2-BE409FFAB116}"/>
              </a:ext>
            </a:extLst>
          </p:cNvPr>
          <p:cNvSpPr/>
          <p:nvPr/>
        </p:nvSpPr>
        <p:spPr>
          <a:xfrm>
            <a:off x="-72668" y="-48445"/>
            <a:ext cx="12347428" cy="65400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/>
              <a:t>界面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3516914-0B02-BD12-16F1-7C7FDC4C0FF5}"/>
              </a:ext>
            </a:extLst>
          </p:cNvPr>
          <p:cNvSpPr/>
          <p:nvPr/>
        </p:nvSpPr>
        <p:spPr>
          <a:xfrm>
            <a:off x="-72668" y="679689"/>
            <a:ext cx="618067" cy="6423844"/>
          </a:xfrm>
          <a:prstGeom prst="roundRect">
            <a:avLst/>
          </a:prstGeom>
          <a:solidFill>
            <a:srgbClr val="C5E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</a:rPr>
              <a:t>消息服务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00FD067-4355-43DB-4601-1BA6AC66EE00}"/>
              </a:ext>
            </a:extLst>
          </p:cNvPr>
          <p:cNvSpPr/>
          <p:nvPr/>
        </p:nvSpPr>
        <p:spPr>
          <a:xfrm>
            <a:off x="11656693" y="679689"/>
            <a:ext cx="618067" cy="6313778"/>
          </a:xfrm>
          <a:prstGeom prst="round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数据管理模块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345C5DD-A37E-2DC2-E93C-9298D3657F41}"/>
              </a:ext>
            </a:extLst>
          </p:cNvPr>
          <p:cNvSpPr/>
          <p:nvPr/>
        </p:nvSpPr>
        <p:spPr>
          <a:xfrm>
            <a:off x="939800" y="679690"/>
            <a:ext cx="10312400" cy="996710"/>
          </a:xfrm>
          <a:prstGeom prst="round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8D3A7FB-DD5C-43C1-739D-A29064740CEE}"/>
              </a:ext>
            </a:extLst>
          </p:cNvPr>
          <p:cNvSpPr/>
          <p:nvPr/>
        </p:nvSpPr>
        <p:spPr>
          <a:xfrm>
            <a:off x="939800" y="1800342"/>
            <a:ext cx="10312400" cy="3787658"/>
          </a:xfrm>
          <a:prstGeom prst="roundRect">
            <a:avLst>
              <a:gd name="adj" fmla="val 4820"/>
            </a:avLst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7AFE239-104B-90BE-74D7-1F96770401AF}"/>
              </a:ext>
            </a:extLst>
          </p:cNvPr>
          <p:cNvSpPr/>
          <p:nvPr/>
        </p:nvSpPr>
        <p:spPr>
          <a:xfrm>
            <a:off x="949892" y="5797983"/>
            <a:ext cx="10302308" cy="1060017"/>
          </a:xfrm>
          <a:prstGeom prst="roundRect">
            <a:avLst>
              <a:gd name="adj" fmla="val 8680"/>
            </a:avLst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A56187B-1084-4617-8303-1F2F92187B61}"/>
              </a:ext>
            </a:extLst>
          </p:cNvPr>
          <p:cNvSpPr/>
          <p:nvPr/>
        </p:nvSpPr>
        <p:spPr>
          <a:xfrm>
            <a:off x="1346199" y="1087986"/>
            <a:ext cx="1684868" cy="515868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摄像头</a:t>
            </a:r>
            <a:r>
              <a:rPr lang="en-US" altLang="zh-CN" sz="2000" dirty="0">
                <a:solidFill>
                  <a:schemeClr val="bg1"/>
                </a:solidFill>
              </a:rPr>
              <a:t>API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FBEFA27-5398-0A57-9341-6FD511B40089}"/>
              </a:ext>
            </a:extLst>
          </p:cNvPr>
          <p:cNvSpPr/>
          <p:nvPr/>
        </p:nvSpPr>
        <p:spPr>
          <a:xfrm>
            <a:off x="3344332" y="1087986"/>
            <a:ext cx="1684868" cy="515868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检测结果</a:t>
            </a:r>
            <a:r>
              <a:rPr lang="en-US" altLang="zh-CN" sz="2000" dirty="0">
                <a:solidFill>
                  <a:schemeClr val="bg1"/>
                </a:solidFill>
              </a:rPr>
              <a:t>API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A07EC62-9C31-1668-6E99-CCC541ACF835}"/>
              </a:ext>
            </a:extLst>
          </p:cNvPr>
          <p:cNvSpPr/>
          <p:nvPr/>
        </p:nvSpPr>
        <p:spPr>
          <a:xfrm>
            <a:off x="5342465" y="1087986"/>
            <a:ext cx="1684868" cy="515868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提醒结果</a:t>
            </a:r>
            <a:r>
              <a:rPr lang="en-US" altLang="zh-CN" sz="2000" dirty="0">
                <a:solidFill>
                  <a:schemeClr val="bg1"/>
                </a:solidFill>
              </a:rPr>
              <a:t>API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C97FE98-EAF0-5F3A-255A-2AFD784D0390}"/>
              </a:ext>
            </a:extLst>
          </p:cNvPr>
          <p:cNvSpPr/>
          <p:nvPr/>
        </p:nvSpPr>
        <p:spPr>
          <a:xfrm>
            <a:off x="7340598" y="1087986"/>
            <a:ext cx="1684868" cy="515868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风险告警</a:t>
            </a:r>
            <a:r>
              <a:rPr lang="en-US" altLang="zh-CN" sz="2000" dirty="0">
                <a:solidFill>
                  <a:schemeClr val="bg1"/>
                </a:solidFill>
              </a:rPr>
              <a:t>API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2F5A2A3-A9D0-4093-BAED-BD3E61F8D716}"/>
              </a:ext>
            </a:extLst>
          </p:cNvPr>
          <p:cNvSpPr/>
          <p:nvPr/>
        </p:nvSpPr>
        <p:spPr>
          <a:xfrm>
            <a:off x="9338732" y="1087986"/>
            <a:ext cx="1684868" cy="515868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状态操作</a:t>
            </a:r>
            <a:r>
              <a:rPr lang="en-US" altLang="zh-CN" sz="2000" dirty="0">
                <a:solidFill>
                  <a:schemeClr val="bg1"/>
                </a:solidFill>
              </a:rPr>
              <a:t>API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46AF0C6-C0D5-1C6D-6965-6882FC305FEF}"/>
              </a:ext>
            </a:extLst>
          </p:cNvPr>
          <p:cNvSpPr txBox="1"/>
          <p:nvPr/>
        </p:nvSpPr>
        <p:spPr>
          <a:xfrm>
            <a:off x="1312332" y="626321"/>
            <a:ext cx="203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主业务模块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3A46CA-FA29-5562-7713-84606B65FDCF}"/>
              </a:ext>
            </a:extLst>
          </p:cNvPr>
          <p:cNvSpPr txBox="1"/>
          <p:nvPr/>
        </p:nvSpPr>
        <p:spPr>
          <a:xfrm>
            <a:off x="1172633" y="1872431"/>
            <a:ext cx="203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智能计算模块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5E188F8-6795-85CC-2893-824C11A1CA77}"/>
              </a:ext>
            </a:extLst>
          </p:cNvPr>
          <p:cNvSpPr/>
          <p:nvPr/>
        </p:nvSpPr>
        <p:spPr>
          <a:xfrm>
            <a:off x="1181100" y="2300573"/>
            <a:ext cx="9829800" cy="461665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任务</a:t>
            </a:r>
            <a:r>
              <a:rPr lang="en-US" altLang="zh-CN" sz="2000" dirty="0">
                <a:solidFill>
                  <a:schemeClr val="tx1"/>
                </a:solidFill>
              </a:rPr>
              <a:t>API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CA90F0F-DC6B-1940-3D15-80CB37E8A544}"/>
              </a:ext>
            </a:extLst>
          </p:cNvPr>
          <p:cNvSpPr/>
          <p:nvPr/>
        </p:nvSpPr>
        <p:spPr>
          <a:xfrm>
            <a:off x="1172633" y="2897449"/>
            <a:ext cx="2032000" cy="256355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98487CA-000E-B9F0-B5A6-D7E800616D06}"/>
              </a:ext>
            </a:extLst>
          </p:cNvPr>
          <p:cNvSpPr/>
          <p:nvPr/>
        </p:nvSpPr>
        <p:spPr>
          <a:xfrm>
            <a:off x="3437466" y="2897449"/>
            <a:ext cx="7573434" cy="256355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5E8E15D-4C8E-5528-8E14-0D90DAB4E950}"/>
              </a:ext>
            </a:extLst>
          </p:cNvPr>
          <p:cNvSpPr txBox="1"/>
          <p:nvPr/>
        </p:nvSpPr>
        <p:spPr>
          <a:xfrm>
            <a:off x="1465686" y="2972221"/>
            <a:ext cx="203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拉流进程组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532D4C-4A19-C117-4786-75FAEBF1F133}"/>
              </a:ext>
            </a:extLst>
          </p:cNvPr>
          <p:cNvSpPr txBox="1"/>
          <p:nvPr/>
        </p:nvSpPr>
        <p:spPr>
          <a:xfrm>
            <a:off x="3730519" y="2972221"/>
            <a:ext cx="203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任务进程组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E2EEB67-76B2-8ABA-5BC9-A694C81CA3F0}"/>
              </a:ext>
            </a:extLst>
          </p:cNvPr>
          <p:cNvSpPr/>
          <p:nvPr/>
        </p:nvSpPr>
        <p:spPr>
          <a:xfrm>
            <a:off x="1312333" y="3429000"/>
            <a:ext cx="1786468" cy="40011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拉流进程</a:t>
            </a:r>
            <a:r>
              <a:rPr lang="en-US" altLang="zh-CN" sz="2000" b="1" dirty="0">
                <a:solidFill>
                  <a:schemeClr val="tx1"/>
                </a:solidFill>
              </a:rPr>
              <a:t>1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75AF79E-9CE1-CFC9-BF81-0B2D71E7AF89}"/>
              </a:ext>
            </a:extLst>
          </p:cNvPr>
          <p:cNvSpPr/>
          <p:nvPr/>
        </p:nvSpPr>
        <p:spPr>
          <a:xfrm>
            <a:off x="1312333" y="3979169"/>
            <a:ext cx="1786468" cy="40011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拉流进程</a:t>
            </a:r>
            <a:r>
              <a:rPr lang="en-US" altLang="zh-CN" sz="2000" b="1" dirty="0">
                <a:solidFill>
                  <a:schemeClr val="tx1"/>
                </a:solidFill>
              </a:rPr>
              <a:t>2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0CD31B01-9DDC-69CD-886B-F42A510E1624}"/>
              </a:ext>
            </a:extLst>
          </p:cNvPr>
          <p:cNvSpPr/>
          <p:nvPr/>
        </p:nvSpPr>
        <p:spPr>
          <a:xfrm>
            <a:off x="1312332" y="4529338"/>
            <a:ext cx="1786468" cy="40011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…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36B0FE38-49BA-02E9-A3A7-BBC1E7130ECC}"/>
              </a:ext>
            </a:extLst>
          </p:cNvPr>
          <p:cNvSpPr/>
          <p:nvPr/>
        </p:nvSpPr>
        <p:spPr>
          <a:xfrm>
            <a:off x="3609126" y="3485670"/>
            <a:ext cx="1786468" cy="40011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处理进程</a:t>
            </a:r>
            <a:r>
              <a:rPr lang="en-US" altLang="zh-CN" sz="2000" b="1" dirty="0">
                <a:solidFill>
                  <a:schemeClr val="tx1"/>
                </a:solidFill>
              </a:rPr>
              <a:t>1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6A699102-CE06-8372-9C13-DAACF44D2885}"/>
              </a:ext>
            </a:extLst>
          </p:cNvPr>
          <p:cNvSpPr/>
          <p:nvPr/>
        </p:nvSpPr>
        <p:spPr>
          <a:xfrm>
            <a:off x="3609126" y="4078410"/>
            <a:ext cx="1786468" cy="40011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处理进程</a:t>
            </a:r>
            <a:r>
              <a:rPr lang="en-US" altLang="zh-CN" sz="2000" b="1" dirty="0">
                <a:solidFill>
                  <a:schemeClr val="tx1"/>
                </a:solidFill>
              </a:rPr>
              <a:t>2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9F27278-6879-B29A-80AF-03483CBBF5D4}"/>
              </a:ext>
            </a:extLst>
          </p:cNvPr>
          <p:cNvSpPr/>
          <p:nvPr/>
        </p:nvSpPr>
        <p:spPr>
          <a:xfrm>
            <a:off x="3609126" y="4622330"/>
            <a:ext cx="1786468" cy="40011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…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B2DBF93B-C198-8296-7C53-4868DCE5806A}"/>
              </a:ext>
            </a:extLst>
          </p:cNvPr>
          <p:cNvSpPr/>
          <p:nvPr/>
        </p:nvSpPr>
        <p:spPr>
          <a:xfrm>
            <a:off x="6347615" y="3243838"/>
            <a:ext cx="1672169" cy="5927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目标检测主进程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D4F4A0C-8F68-823D-449C-0BBDD71F4E40}"/>
              </a:ext>
            </a:extLst>
          </p:cNvPr>
          <p:cNvSpPr/>
          <p:nvPr/>
        </p:nvSpPr>
        <p:spPr>
          <a:xfrm>
            <a:off x="6354475" y="4252412"/>
            <a:ext cx="1662079" cy="95396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运行状态检测主进程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7EC1DDC3-C8D8-9928-03EC-4AEA0D740E28}"/>
              </a:ext>
            </a:extLst>
          </p:cNvPr>
          <p:cNvSpPr/>
          <p:nvPr/>
        </p:nvSpPr>
        <p:spPr>
          <a:xfrm>
            <a:off x="8431139" y="4252412"/>
            <a:ext cx="1662079" cy="95396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图片视频保存线程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668ED52-FFD4-14C1-9DE8-C8E8BFCF5566}"/>
              </a:ext>
            </a:extLst>
          </p:cNvPr>
          <p:cNvSpPr/>
          <p:nvPr/>
        </p:nvSpPr>
        <p:spPr>
          <a:xfrm>
            <a:off x="8424277" y="3115734"/>
            <a:ext cx="1662079" cy="95396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结构化检测结果推流线程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22148101-1D0F-C21F-8F41-FA15226A5F03}"/>
              </a:ext>
            </a:extLst>
          </p:cNvPr>
          <p:cNvSpPr/>
          <p:nvPr/>
        </p:nvSpPr>
        <p:spPr>
          <a:xfrm>
            <a:off x="6347613" y="3115734"/>
            <a:ext cx="1662079" cy="95396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目标检测主进程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948258E2-ECAD-5B91-9E3C-F85DA72EEDBF}"/>
              </a:ext>
            </a:extLst>
          </p:cNvPr>
          <p:cNvSpPr/>
          <p:nvPr/>
        </p:nvSpPr>
        <p:spPr>
          <a:xfrm>
            <a:off x="6096000" y="2972222"/>
            <a:ext cx="4309533" cy="2378712"/>
          </a:xfrm>
          <a:prstGeom prst="round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5217B21-1162-FA43-1561-93375BE89776}"/>
              </a:ext>
            </a:extLst>
          </p:cNvPr>
          <p:cNvCxnSpPr/>
          <p:nvPr/>
        </p:nvCxnSpPr>
        <p:spPr>
          <a:xfrm>
            <a:off x="5395594" y="3666067"/>
            <a:ext cx="7004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3FE9D79C-483C-0851-99DE-4D9E2CCD32A4}"/>
              </a:ext>
            </a:extLst>
          </p:cNvPr>
          <p:cNvSpPr txBox="1"/>
          <p:nvPr/>
        </p:nvSpPr>
        <p:spPr>
          <a:xfrm>
            <a:off x="1066800" y="5826815"/>
            <a:ext cx="203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功能模块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BC8293CC-0560-6322-01AD-12F2FA692A4E}"/>
              </a:ext>
            </a:extLst>
          </p:cNvPr>
          <p:cNvSpPr/>
          <p:nvPr/>
        </p:nvSpPr>
        <p:spPr>
          <a:xfrm>
            <a:off x="2407088" y="6085395"/>
            <a:ext cx="1868579" cy="66253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工具使用类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告警分析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5F8E4DD5-A973-5164-7C16-3CE547643CDD}"/>
              </a:ext>
            </a:extLst>
          </p:cNvPr>
          <p:cNvSpPr/>
          <p:nvPr/>
        </p:nvSpPr>
        <p:spPr>
          <a:xfrm>
            <a:off x="4405221" y="6085395"/>
            <a:ext cx="1868579" cy="66253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保护措施类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告警分析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CC4C837A-156C-694C-61A0-4431F16442B8}"/>
              </a:ext>
            </a:extLst>
          </p:cNvPr>
          <p:cNvSpPr/>
          <p:nvPr/>
        </p:nvSpPr>
        <p:spPr>
          <a:xfrm>
            <a:off x="6403354" y="6085395"/>
            <a:ext cx="1868579" cy="66253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环境状态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告警分析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FD7AFAAB-3208-FEDE-F6D1-4AB874922519}"/>
              </a:ext>
            </a:extLst>
          </p:cNvPr>
          <p:cNvSpPr/>
          <p:nvPr/>
        </p:nvSpPr>
        <p:spPr>
          <a:xfrm>
            <a:off x="8401487" y="6085395"/>
            <a:ext cx="1868579" cy="66253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人员装备类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告警分析</a:t>
            </a: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A35225DB-9421-AAA3-0323-06A5E2323FCE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541867" y="1176867"/>
            <a:ext cx="397933" cy="1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2402D910-8DFE-A84A-2B25-BE8597BAFA77}"/>
              </a:ext>
            </a:extLst>
          </p:cNvPr>
          <p:cNvSpPr txBox="1"/>
          <p:nvPr/>
        </p:nvSpPr>
        <p:spPr>
          <a:xfrm>
            <a:off x="185314" y="778504"/>
            <a:ext cx="203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任务分发</a:t>
            </a: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BD9BD05A-B3A5-ACD4-9DFF-8B6D3FFB4FE5}"/>
              </a:ext>
            </a:extLst>
          </p:cNvPr>
          <p:cNvCxnSpPr>
            <a:cxnSpLocks/>
          </p:cNvCxnSpPr>
          <p:nvPr/>
        </p:nvCxnSpPr>
        <p:spPr>
          <a:xfrm>
            <a:off x="541867" y="2179735"/>
            <a:ext cx="3979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822AB13C-7202-3B18-EE40-148F2747BE1C}"/>
              </a:ext>
            </a:extLst>
          </p:cNvPr>
          <p:cNvSpPr txBox="1"/>
          <p:nvPr/>
        </p:nvSpPr>
        <p:spPr>
          <a:xfrm>
            <a:off x="236365" y="1780802"/>
            <a:ext cx="203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任务接收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64D9BD62-B1CC-7EA0-304B-429C895C3524}"/>
              </a:ext>
            </a:extLst>
          </p:cNvPr>
          <p:cNvCxnSpPr>
            <a:cxnSpLocks/>
          </p:cNvCxnSpPr>
          <p:nvPr/>
        </p:nvCxnSpPr>
        <p:spPr>
          <a:xfrm>
            <a:off x="494223" y="6476324"/>
            <a:ext cx="3979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C7BD08CA-B0BC-8B16-293A-A534CCF07186}"/>
              </a:ext>
            </a:extLst>
          </p:cNvPr>
          <p:cNvSpPr txBox="1"/>
          <p:nvPr/>
        </p:nvSpPr>
        <p:spPr>
          <a:xfrm>
            <a:off x="236365" y="6093131"/>
            <a:ext cx="203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结果接收</a:t>
            </a: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714A82AE-53D4-5BF0-08C6-36EB529EB13C}"/>
              </a:ext>
            </a:extLst>
          </p:cNvPr>
          <p:cNvCxnSpPr/>
          <p:nvPr/>
        </p:nvCxnSpPr>
        <p:spPr>
          <a:xfrm flipH="1" flipV="1">
            <a:off x="559081" y="5348218"/>
            <a:ext cx="397933" cy="1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D3CBD3E5-5727-CC01-4CFC-252D7E8FD576}"/>
              </a:ext>
            </a:extLst>
          </p:cNvPr>
          <p:cNvSpPr txBox="1"/>
          <p:nvPr/>
        </p:nvSpPr>
        <p:spPr>
          <a:xfrm>
            <a:off x="202528" y="4949855"/>
            <a:ext cx="203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结果发送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37539ECB-BD34-F76B-0C85-5B08398F9144}"/>
              </a:ext>
            </a:extLst>
          </p:cNvPr>
          <p:cNvCxnSpPr>
            <a:cxnSpLocks/>
          </p:cNvCxnSpPr>
          <p:nvPr/>
        </p:nvCxnSpPr>
        <p:spPr>
          <a:xfrm>
            <a:off x="11194913" y="6315051"/>
            <a:ext cx="3979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7FA4402A-C422-0E65-5CB0-921B3B5C8AD2}"/>
              </a:ext>
            </a:extLst>
          </p:cNvPr>
          <p:cNvSpPr txBox="1"/>
          <p:nvPr/>
        </p:nvSpPr>
        <p:spPr>
          <a:xfrm>
            <a:off x="10889411" y="5916118"/>
            <a:ext cx="203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上传告警</a:t>
            </a:r>
          </a:p>
        </p:txBody>
      </p:sp>
    </p:spTree>
    <p:extLst>
      <p:ext uri="{BB962C8B-B14F-4D97-AF65-F5344CB8AC3E}">
        <p14:creationId xmlns:p14="http://schemas.microsoft.com/office/powerpoint/2010/main" val="3520041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F81D571-DF62-334C-2B6B-D0D8C7065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941" y="2879145"/>
            <a:ext cx="1329020" cy="14874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902D352-2081-F06A-302A-227E62BC2CC3}"/>
              </a:ext>
            </a:extLst>
          </p:cNvPr>
          <p:cNvSpPr txBox="1"/>
          <p:nvPr/>
        </p:nvSpPr>
        <p:spPr>
          <a:xfrm>
            <a:off x="6096000" y="2617535"/>
            <a:ext cx="1105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江西拙楷" panose="02010600040101010101" pitchFamily="2" charset="-122"/>
                <a:ea typeface="江西拙楷" panose="02010600040101010101" pitchFamily="2" charset="-122"/>
              </a:rPr>
              <a:t>好哎！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750C37D-4699-3ADD-A19D-87F1C237A7F9}"/>
              </a:ext>
            </a:extLst>
          </p:cNvPr>
          <p:cNvSpPr/>
          <p:nvPr/>
        </p:nvSpPr>
        <p:spPr>
          <a:xfrm>
            <a:off x="5942885" y="2433540"/>
            <a:ext cx="1411356" cy="891209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9092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d0b86090-f884-490f-86c5-70b06823ddbb&quot;,&quot;Name&quot;:null,&quot;Kind&quot;:1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187</Words>
  <Application>Microsoft Office PowerPoint</Application>
  <PresentationFormat>宽屏</PresentationFormat>
  <Paragraphs>40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江西拙楷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荣臻 王</dc:creator>
  <cp:lastModifiedBy>荣臻 王</cp:lastModifiedBy>
  <cp:revision>14</cp:revision>
  <dcterms:created xsi:type="dcterms:W3CDTF">2025-08-19T05:58:03Z</dcterms:created>
  <dcterms:modified xsi:type="dcterms:W3CDTF">2025-08-19T07:42:10Z</dcterms:modified>
</cp:coreProperties>
</file>